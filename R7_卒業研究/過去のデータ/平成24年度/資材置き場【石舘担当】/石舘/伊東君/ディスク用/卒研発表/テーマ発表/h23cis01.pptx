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6" r:id="rId5"/>
    <p:sldId id="259" r:id="rId6"/>
    <p:sldId id="261" r:id="rId7"/>
    <p:sldId id="260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2" d="100"/>
          <a:sy n="122" d="100"/>
        </p:scale>
        <p:origin x="-1128" y="-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対角する 2 つの角を丸めた四角形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タイトル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9" name="サブタイトル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11" name="スライド番号プレースホルダー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フッター プレースホルダー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8" name="日付プレースホルダー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フッター プレースホルダー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kumimoji="1" lang="ja-JP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正方形/長方形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9" name="日付プレースホルダー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10" name="スライド番号プレースホルダー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フッター プレースホルダー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kumimoji="1" lang="ja-JP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ja-JP" alt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アイコンをクリックして図を追加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日付プレースホルダー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フッター プレースホルダー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対角する 2 つの角を丸めた四角形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kumimoji="1" lang="ja-JP" altLang="en-US"/>
          </a:p>
        </p:txBody>
      </p:sp>
      <p:sp>
        <p:nvSpPr>
          <p:cNvPr id="14" name="日付プレースホルダー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A0F38208-DA83-4E71-AE5E-CCF92789430A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23" name="スライド番号プレースホルダー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B933A0D7-99A4-47D3-A8A5-AF8F9ECDFF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2" name="タイトル プレースホルダー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1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67544" y="476672"/>
            <a:ext cx="8229600" cy="1754089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dirty="0" err="1" smtClean="0"/>
              <a:t>Kinect</a:t>
            </a:r>
            <a:r>
              <a:rPr kumimoji="1" lang="ja-JP" altLang="en-US" dirty="0" smtClean="0"/>
              <a:t>を使ったペイント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ツールの作成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267744" y="2780928"/>
            <a:ext cx="6560234" cy="1752600"/>
          </a:xfrm>
        </p:spPr>
        <p:txBody>
          <a:bodyPr/>
          <a:lstStyle/>
          <a:p>
            <a:r>
              <a:rPr kumimoji="1" lang="ja-JP" altLang="en-US" dirty="0" smtClean="0"/>
              <a:t>情報技術科　　　２年</a:t>
            </a:r>
            <a:endParaRPr kumimoji="1" lang="en-US" altLang="ja-JP" dirty="0" smtClean="0"/>
          </a:p>
          <a:p>
            <a:r>
              <a:rPr lang="ja-JP" altLang="en-US" dirty="0" smtClean="0"/>
              <a:t>１番　　　伊東　秀輔</a:t>
            </a:r>
            <a:endParaRPr lang="en-US" altLang="ja-JP" dirty="0" smtClean="0"/>
          </a:p>
          <a:p>
            <a:r>
              <a:rPr kumimoji="1" lang="ja-JP" altLang="en-US" dirty="0" smtClean="0"/>
              <a:t>担当教員　石舘　勝好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695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ja-JP" altLang="en-US" sz="5400" dirty="0" smtClean="0"/>
              <a:t>発表項目</a:t>
            </a:r>
            <a:endParaRPr kumimoji="1" lang="ja-JP" altLang="en-US" sz="54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kumimoji="1" lang="ja-JP" altLang="en-US" dirty="0" smtClean="0"/>
              <a:t>テーマ選定理由</a:t>
            </a:r>
            <a:endParaRPr kumimoji="1" lang="en-US" altLang="ja-JP" dirty="0" smtClean="0"/>
          </a:p>
          <a:p>
            <a:pPr>
              <a:lnSpc>
                <a:spcPct val="200000"/>
              </a:lnSpc>
            </a:pPr>
            <a:r>
              <a:rPr lang="ja-JP" altLang="en-US" dirty="0"/>
              <a:t>研究</a:t>
            </a:r>
            <a:r>
              <a:rPr lang="ja-JP" altLang="en-US" dirty="0" smtClean="0"/>
              <a:t>概要</a:t>
            </a:r>
            <a:endParaRPr lang="en-US" altLang="ja-JP" dirty="0" smtClean="0"/>
          </a:p>
          <a:p>
            <a:pPr>
              <a:lnSpc>
                <a:spcPct val="200000"/>
              </a:lnSpc>
            </a:pPr>
            <a:r>
              <a:rPr lang="ja-JP" altLang="en-US" dirty="0"/>
              <a:t>完成</a:t>
            </a:r>
            <a:r>
              <a:rPr kumimoji="1" lang="ja-JP" altLang="en-US" dirty="0" smtClean="0"/>
              <a:t>イメージ</a:t>
            </a:r>
            <a:endParaRPr kumimoji="1" lang="en-US" altLang="ja-JP" dirty="0" smtClean="0"/>
          </a:p>
          <a:p>
            <a:pPr>
              <a:lnSpc>
                <a:spcPct val="200000"/>
              </a:lnSpc>
            </a:pPr>
            <a:r>
              <a:rPr lang="ja-JP" altLang="en-US" dirty="0"/>
              <a:t>研究</a:t>
            </a:r>
            <a:r>
              <a:rPr lang="ja-JP" altLang="en-US" dirty="0" smtClean="0"/>
              <a:t>計画</a:t>
            </a:r>
            <a:endParaRPr lang="en-US" altLang="ja-JP" dirty="0" smtClean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79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 smtClean="0"/>
              <a:t>テーマ選定理由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752528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去年の先輩の卒業研究「床</a:t>
            </a:r>
            <a:r>
              <a:rPr lang="ja-JP" altLang="en-US" dirty="0"/>
              <a:t>ピアノ</a:t>
            </a:r>
            <a:r>
              <a:rPr kumimoji="1" lang="ja-JP" altLang="en-US" dirty="0" smtClean="0"/>
              <a:t>」</a:t>
            </a:r>
            <a:r>
              <a:rPr lang="ja-JP" altLang="en-US" dirty="0" smtClean="0"/>
              <a:t>を見て</a:t>
            </a:r>
            <a:r>
              <a:rPr lang="en-US" altLang="ja-JP" dirty="0" err="1" smtClean="0"/>
              <a:t>Kinect</a:t>
            </a:r>
            <a:r>
              <a:rPr lang="ja-JP" altLang="en-US" dirty="0" smtClean="0"/>
              <a:t>に興味を持った。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ja-JP" altLang="en-US" dirty="0"/>
              <a:t>私</a:t>
            </a:r>
            <a:r>
              <a:rPr lang="ja-JP" altLang="en-US" dirty="0" smtClean="0"/>
              <a:t>は、</a:t>
            </a:r>
            <a:r>
              <a:rPr lang="en-US" altLang="ja-JP" dirty="0" err="1" smtClean="0"/>
              <a:t>Kinect</a:t>
            </a:r>
            <a:r>
              <a:rPr lang="ja-JP" altLang="en-US" dirty="0" smtClean="0"/>
              <a:t>の事例を時間を掛けて調査した。その中の書道ソフトに魅かれた。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書道ソフトを更に発展させて、ジェチャーで、絵を描けるソフトを作ろうと考えた。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18096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ja-JP" dirty="0" err="1" smtClean="0"/>
              <a:t>Kinect</a:t>
            </a:r>
            <a:r>
              <a:rPr kumimoji="1" lang="ja-JP" altLang="en-US" dirty="0" smtClean="0"/>
              <a:t>の作品例</a:t>
            </a:r>
            <a:endParaRPr kumimoji="1" lang="ja-JP" altLang="en-US" dirty="0"/>
          </a:p>
        </p:txBody>
      </p:sp>
      <p:pic>
        <p:nvPicPr>
          <p:cNvPr id="4" name="コンテンツ プレースホルダー 3" descr="画面の領域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700808"/>
            <a:ext cx="4320480" cy="2701050"/>
          </a:xfrm>
        </p:spPr>
      </p:pic>
      <p:pic>
        <p:nvPicPr>
          <p:cNvPr id="3" name="図 2" descr="画面の領域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875" y="3429000"/>
            <a:ext cx="4072340" cy="2736304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251520" y="5216042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東京大学メディア情報学</a:t>
            </a:r>
            <a:r>
              <a:rPr kumimoji="1" lang="en-US" altLang="ja-JP" dirty="0" smtClean="0"/>
              <a:t>2011</a:t>
            </a:r>
            <a:r>
              <a:rPr kumimoji="1" lang="ja-JP" altLang="en-US" dirty="0" smtClean="0"/>
              <a:t>年度　提出課題の中の作品「書道」</a:t>
            </a:r>
            <a:endParaRPr kumimoji="1" lang="ja-JP" altLang="en-US" dirty="0"/>
          </a:p>
        </p:txBody>
      </p:sp>
      <p:sp>
        <p:nvSpPr>
          <p:cNvPr id="8" name="右矢印 7"/>
          <p:cNvSpPr/>
          <p:nvPr/>
        </p:nvSpPr>
        <p:spPr>
          <a:xfrm>
            <a:off x="4211960" y="5216042"/>
            <a:ext cx="360040" cy="56116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364088" y="2008147"/>
            <a:ext cx="31387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/>
              <a:t>Tomoto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S.Washio</a:t>
            </a:r>
            <a:r>
              <a:rPr kumimoji="1" lang="ja-JP" altLang="en-US" dirty="0" err="1" smtClean="0"/>
              <a:t>さんの</a:t>
            </a:r>
            <a:r>
              <a:rPr kumimoji="1" lang="ja-JP" altLang="en-US" dirty="0" smtClean="0"/>
              <a:t>作品</a:t>
            </a:r>
            <a:endParaRPr kumimoji="1" lang="en-US" altLang="ja-JP" dirty="0" smtClean="0"/>
          </a:p>
          <a:p>
            <a:r>
              <a:rPr lang="ja-JP" altLang="en-US" dirty="0"/>
              <a:t>かめ</a:t>
            </a:r>
            <a:r>
              <a:rPr lang="ja-JP" altLang="en-US" dirty="0" smtClean="0"/>
              <a:t>はめ波</a:t>
            </a:r>
            <a:endParaRPr kumimoji="1" lang="ja-JP" altLang="en-US" dirty="0"/>
          </a:p>
        </p:txBody>
      </p:sp>
      <p:sp>
        <p:nvSpPr>
          <p:cNvPr id="10" name="左矢印 9"/>
          <p:cNvSpPr/>
          <p:nvPr/>
        </p:nvSpPr>
        <p:spPr>
          <a:xfrm>
            <a:off x="4788024" y="1988839"/>
            <a:ext cx="360040" cy="684948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90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 smtClean="0"/>
              <a:t>研究概要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>
                <a:solidFill>
                  <a:srgbClr val="FFC000"/>
                </a:solidFill>
              </a:rPr>
              <a:t>目標</a:t>
            </a:r>
            <a:endParaRPr lang="en-US" altLang="ja-JP" dirty="0" smtClean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 err="1" smtClean="0"/>
              <a:t>Kinect</a:t>
            </a:r>
            <a:r>
              <a:rPr kumimoji="1" lang="ja-JP" altLang="en-US" dirty="0" smtClean="0"/>
              <a:t>や</a:t>
            </a:r>
            <a:r>
              <a:rPr kumimoji="1" lang="en-US" altLang="ja-JP" dirty="0" smtClean="0"/>
              <a:t>Wii</a:t>
            </a:r>
            <a:r>
              <a:rPr kumimoji="1" lang="ja-JP" altLang="en-US" dirty="0" smtClean="0"/>
              <a:t>リモコンを利用しながら、</a:t>
            </a:r>
            <a:r>
              <a:rPr kumimoji="1" lang="en-US" altLang="ja-JP" dirty="0" smtClean="0"/>
              <a:t>C#</a:t>
            </a:r>
            <a:r>
              <a:rPr kumimoji="1" lang="ja-JP" altLang="en-US" dirty="0" smtClean="0"/>
              <a:t>に対する理解を深める。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/>
              <a:t>　</a:t>
            </a:r>
            <a:endParaRPr lang="en-US" altLang="ja-JP" dirty="0" smtClean="0"/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kumimoji="1" lang="ja-JP" altLang="en-US" dirty="0" smtClean="0"/>
              <a:t>産技短展で、開発したペイントツールを使用した人に喜んでもらう。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7131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dirty="0"/>
              <a:t>研究</a:t>
            </a:r>
            <a:r>
              <a:rPr lang="ja-JP" altLang="en-US" dirty="0" smtClean="0"/>
              <a:t>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4908385"/>
          </a:xfrm>
        </p:spPr>
        <p:txBody>
          <a:bodyPr>
            <a:normAutofit/>
          </a:bodyPr>
          <a:lstStyle/>
          <a:p>
            <a:r>
              <a:rPr kumimoji="1" lang="ja-JP" altLang="en-US" dirty="0" smtClean="0">
                <a:solidFill>
                  <a:srgbClr val="FFC000"/>
                </a:solidFill>
              </a:rPr>
              <a:t>ハードウェア</a:t>
            </a:r>
            <a:endParaRPr lang="en-US" altLang="ja-JP" dirty="0" smtClean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kumimoji="1" lang="ja-JP" altLang="en-US" sz="2400" dirty="0" smtClean="0"/>
              <a:t>　</a:t>
            </a:r>
            <a:r>
              <a:rPr kumimoji="1" lang="en-US" altLang="ja-JP" sz="2400" dirty="0" err="1" smtClean="0"/>
              <a:t>Kinect</a:t>
            </a:r>
            <a:r>
              <a:rPr lang="ja-JP" altLang="en-US" sz="2400" dirty="0" smtClean="0"/>
              <a:t>・</a:t>
            </a:r>
            <a:r>
              <a:rPr lang="en-US" altLang="ja-JP" sz="2400" dirty="0" smtClean="0"/>
              <a:t>Wii</a:t>
            </a:r>
            <a:r>
              <a:rPr lang="ja-JP" altLang="en-US" sz="2400" dirty="0" smtClean="0"/>
              <a:t>リモコン・</a:t>
            </a:r>
            <a:r>
              <a:rPr lang="en-US" altLang="ja-JP" sz="2400" dirty="0" smtClean="0"/>
              <a:t>Bluetooth</a:t>
            </a:r>
            <a:r>
              <a:rPr lang="ja-JP" altLang="en-US" sz="2400" dirty="0" smtClean="0"/>
              <a:t>アダプタ・プロジェ</a:t>
            </a:r>
            <a:endParaRPr lang="en-US" altLang="ja-JP" sz="2400" dirty="0" smtClean="0"/>
          </a:p>
          <a:p>
            <a:pPr marL="0" indent="0">
              <a:buNone/>
            </a:pPr>
            <a:r>
              <a:rPr lang="ja-JP" altLang="en-US" sz="2400" dirty="0" smtClean="0"/>
              <a:t>　クタ・</a:t>
            </a:r>
            <a:r>
              <a:rPr lang="en-US" altLang="ja-JP" sz="2400" dirty="0" smtClean="0"/>
              <a:t>PC</a:t>
            </a:r>
            <a:r>
              <a:rPr lang="ja-JP" altLang="en-US" sz="2400" dirty="0" smtClean="0"/>
              <a:t>　　　　　　　　</a:t>
            </a:r>
            <a:endParaRPr kumimoji="1" lang="en-US" altLang="ja-JP" sz="2400" dirty="0" smtClean="0"/>
          </a:p>
        </p:txBody>
      </p:sp>
      <p:pic>
        <p:nvPicPr>
          <p:cNvPr id="4" name="図 3" descr="C:\Users\h23cis01\Downloads\images (1)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668" y="3068961"/>
            <a:ext cx="2376264" cy="1512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図 4" descr="C:\Users\h23cis01\Downloads\images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668" y="4797151"/>
            <a:ext cx="2376264" cy="1757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P: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883" y="2918371"/>
            <a:ext cx="1662757" cy="166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:\image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911" y="4743582"/>
            <a:ext cx="2552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77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ja-JP" altLang="en-US" dirty="0" smtClean="0"/>
              <a:t>研究概要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　</a:t>
            </a:r>
            <a:r>
              <a:rPr lang="ja-JP" altLang="en-US" dirty="0">
                <a:solidFill>
                  <a:srgbClr val="FFC000"/>
                </a:solidFill>
              </a:rPr>
              <a:t>ソフトウェア</a:t>
            </a:r>
            <a:endParaRPr lang="en-US" altLang="ja-JP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en-US" altLang="ja-JP" dirty="0" err="1"/>
              <a:t>Kinect</a:t>
            </a:r>
            <a:r>
              <a:rPr lang="ja-JP" altLang="en-US" dirty="0"/>
              <a:t>関係：</a:t>
            </a:r>
            <a:r>
              <a:rPr lang="en-US" altLang="ja-JP" dirty="0" err="1"/>
              <a:t>OpenNI</a:t>
            </a:r>
            <a:r>
              <a:rPr lang="ja-JP" altLang="en-US" dirty="0"/>
              <a:t>・</a:t>
            </a:r>
            <a:r>
              <a:rPr lang="en-US" altLang="ja-JP" dirty="0"/>
              <a:t>NITE</a:t>
            </a:r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ja-JP" altLang="en-US" dirty="0"/>
              <a:t>　</a:t>
            </a:r>
            <a:r>
              <a:rPr lang="en-US" altLang="ja-JP" dirty="0" smtClean="0"/>
              <a:t>Wii</a:t>
            </a:r>
            <a:r>
              <a:rPr lang="ja-JP" altLang="en-US" dirty="0"/>
              <a:t>リモコン関係：</a:t>
            </a:r>
            <a:r>
              <a:rPr lang="en-US" altLang="ja-JP" dirty="0" err="1" smtClean="0"/>
              <a:t>WiinRemote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/>
              <a:t> </a:t>
            </a:r>
            <a:r>
              <a:rPr lang="ja-JP" altLang="en-US" dirty="0" smtClean="0"/>
              <a:t>    </a:t>
            </a:r>
            <a:r>
              <a:rPr lang="en-US" altLang="ja-JP" dirty="0" smtClean="0"/>
              <a:t>OS:Windows7</a:t>
            </a:r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ja-JP" altLang="en-US" dirty="0" smtClean="0">
                <a:solidFill>
                  <a:srgbClr val="FFC000"/>
                </a:solidFill>
              </a:rPr>
              <a:t>開発言語</a:t>
            </a:r>
            <a:endParaRPr lang="en-US" altLang="ja-JP" dirty="0" smtClean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en-US" altLang="ja-JP" dirty="0"/>
              <a:t>Microsoft</a:t>
            </a:r>
            <a:r>
              <a:rPr lang="ja-JP" altLang="en-US" dirty="0"/>
              <a:t> </a:t>
            </a:r>
            <a:r>
              <a:rPr lang="en-US" altLang="ja-JP" dirty="0"/>
              <a:t>Visual Studio 2010 C#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4748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dirty="0"/>
              <a:t>完成</a:t>
            </a:r>
            <a:r>
              <a:rPr kumimoji="1" lang="ja-JP" altLang="en-US" dirty="0" smtClean="0"/>
              <a:t>イメージ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Windows</a:t>
            </a:r>
            <a:r>
              <a:rPr lang="ja-JP" altLang="en-US" dirty="0" smtClean="0"/>
              <a:t>のペイントツールの</a:t>
            </a:r>
            <a:r>
              <a:rPr lang="ja-JP" altLang="en-US" dirty="0"/>
              <a:t>よう</a:t>
            </a:r>
            <a:r>
              <a:rPr lang="ja-JP" altLang="en-US" dirty="0" smtClean="0"/>
              <a:t>な機能</a:t>
            </a:r>
            <a:endParaRPr kumimoji="1" lang="en-US" altLang="ja-JP" dirty="0"/>
          </a:p>
          <a:p>
            <a:r>
              <a:rPr lang="ja-JP" altLang="en-US" dirty="0" smtClean="0"/>
              <a:t>直感的に操作する</a:t>
            </a:r>
            <a:endParaRPr lang="en-US" altLang="ja-JP" dirty="0" smtClean="0"/>
          </a:p>
          <a:p>
            <a:r>
              <a:rPr lang="en-US" altLang="ja-JP" dirty="0" smtClean="0"/>
              <a:t>Wii</a:t>
            </a:r>
            <a:r>
              <a:rPr lang="ja-JP" altLang="en-US" dirty="0" smtClean="0"/>
              <a:t>リモコンの加速度センサーを使い、ペンやスプレー</a:t>
            </a:r>
            <a:r>
              <a:rPr lang="ja-JP" altLang="en-US" dirty="0"/>
              <a:t>などの</a:t>
            </a:r>
            <a:r>
              <a:rPr lang="ja-JP" altLang="en-US" dirty="0" smtClean="0"/>
              <a:t>強弱を付ける</a:t>
            </a:r>
            <a:endParaRPr lang="en-US" altLang="ja-JP" dirty="0" smtClean="0"/>
          </a:p>
          <a:p>
            <a:endParaRPr kumimoji="1" lang="ja-JP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789040"/>
            <a:ext cx="6984776" cy="249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582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 smtClean="0"/>
              <a:t>研究計画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>
                <a:solidFill>
                  <a:srgbClr val="FFC000"/>
                </a:solidFill>
              </a:rPr>
              <a:t>これまでの取り組み</a:t>
            </a:r>
            <a:endParaRPr kumimoji="1" lang="en-US" altLang="ja-JP" dirty="0" smtClean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・</a:t>
            </a:r>
            <a:r>
              <a:rPr lang="en-US" altLang="ja-JP" dirty="0" smtClean="0"/>
              <a:t>C#</a:t>
            </a:r>
            <a:r>
              <a:rPr lang="ja-JP" altLang="en-US" dirty="0" smtClean="0"/>
              <a:t>の勉強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　・</a:t>
            </a:r>
            <a:r>
              <a:rPr lang="en-US" altLang="ja-JP" dirty="0" err="1" smtClean="0"/>
              <a:t>Kinect</a:t>
            </a:r>
            <a:r>
              <a:rPr lang="ja-JP" altLang="en-US" dirty="0" smtClean="0"/>
              <a:t>の</a:t>
            </a:r>
            <a:r>
              <a:rPr lang="ja-JP" altLang="en-US" dirty="0"/>
              <a:t>調査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・</a:t>
            </a:r>
            <a:r>
              <a:rPr lang="en-US" altLang="ja-JP" dirty="0" smtClean="0"/>
              <a:t>Wii</a:t>
            </a:r>
            <a:r>
              <a:rPr lang="ja-JP" altLang="en-US" smtClean="0"/>
              <a:t>リモコン</a:t>
            </a:r>
            <a:r>
              <a:rPr lang="ja-JP" altLang="en-US" smtClean="0"/>
              <a:t>の調査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　・</a:t>
            </a:r>
            <a:r>
              <a:rPr lang="en-US" altLang="ja-JP" dirty="0" err="1" smtClean="0"/>
              <a:t>OpenNI</a:t>
            </a:r>
            <a:r>
              <a:rPr lang="ja-JP" altLang="en-US" dirty="0" smtClean="0"/>
              <a:t>や</a:t>
            </a:r>
            <a:r>
              <a:rPr lang="en-US" altLang="ja-JP" dirty="0" err="1" smtClean="0"/>
              <a:t>Kinect</a:t>
            </a:r>
            <a:r>
              <a:rPr lang="ja-JP" altLang="en-US" dirty="0" smtClean="0"/>
              <a:t>の環境構築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79558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 smtClean="0"/>
              <a:t>研究計画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>
                <a:solidFill>
                  <a:srgbClr val="FFC000"/>
                </a:solidFill>
              </a:rPr>
              <a:t>３月までの研究計画</a:t>
            </a:r>
            <a:endParaRPr kumimoji="1" lang="en-US" altLang="ja-JP" dirty="0" smtClean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 smtClean="0"/>
              <a:t>１０月</a:t>
            </a:r>
            <a:endParaRPr lang="en-US" altLang="ja-JP" sz="2400" dirty="0" smtClean="0"/>
          </a:p>
          <a:p>
            <a:pPr marL="0" indent="0">
              <a:buNone/>
            </a:pPr>
            <a:r>
              <a:rPr lang="ja-JP" altLang="en-US" sz="2400" dirty="0" smtClean="0"/>
              <a:t>　</a:t>
            </a:r>
            <a:r>
              <a:rPr lang="en-US" altLang="ja-JP" sz="2400" dirty="0" smtClean="0"/>
              <a:t>C#</a:t>
            </a:r>
            <a:r>
              <a:rPr lang="ja-JP" altLang="en-US" sz="2400" dirty="0" smtClean="0"/>
              <a:t>の勉強を兼ねた描画ソフトの設計・製作（試作品）</a:t>
            </a:r>
            <a:endParaRPr lang="en-US" altLang="ja-JP" sz="2400" dirty="0" smtClean="0"/>
          </a:p>
          <a:p>
            <a:pPr marL="0" indent="0">
              <a:buNone/>
            </a:pPr>
            <a:r>
              <a:rPr kumimoji="1" lang="ja-JP" altLang="en-US" sz="2400" dirty="0" smtClean="0"/>
              <a:t>１１月</a:t>
            </a:r>
            <a:endParaRPr kumimoji="1" lang="en-US" altLang="ja-JP" sz="2400" dirty="0" smtClean="0"/>
          </a:p>
          <a:p>
            <a:pPr marL="0" indent="0">
              <a:buNone/>
            </a:pPr>
            <a:r>
              <a:rPr lang="ja-JP" altLang="en-US" sz="2400" dirty="0"/>
              <a:t>　</a:t>
            </a:r>
            <a:r>
              <a:rPr lang="en-US" altLang="ja-JP" sz="2400" dirty="0" err="1" smtClean="0"/>
              <a:t>Kinect</a:t>
            </a:r>
            <a:r>
              <a:rPr lang="ja-JP" altLang="en-US" sz="2400" dirty="0" smtClean="0"/>
              <a:t>・</a:t>
            </a:r>
            <a:r>
              <a:rPr lang="en-US" altLang="ja-JP" sz="2400" dirty="0" err="1" smtClean="0"/>
              <a:t>WiinRemote</a:t>
            </a:r>
            <a:r>
              <a:rPr lang="ja-JP" altLang="en-US" sz="2400" dirty="0" smtClean="0"/>
              <a:t>のサンプルプログラム作成</a:t>
            </a:r>
            <a:endParaRPr lang="en-US" altLang="ja-JP" sz="2400" dirty="0" smtClean="0"/>
          </a:p>
          <a:p>
            <a:pPr marL="0" indent="0">
              <a:buNone/>
            </a:pPr>
            <a:r>
              <a:rPr kumimoji="1" lang="ja-JP" altLang="en-US" sz="2400" dirty="0" smtClean="0"/>
              <a:t>１２･</a:t>
            </a:r>
            <a:r>
              <a:rPr lang="ja-JP" altLang="en-US" sz="2400" dirty="0" smtClean="0"/>
              <a:t>１</a:t>
            </a:r>
            <a:r>
              <a:rPr kumimoji="1" lang="ja-JP" altLang="en-US" sz="2400" dirty="0" smtClean="0"/>
              <a:t>月</a:t>
            </a:r>
            <a:endParaRPr kumimoji="1" lang="en-US" altLang="ja-JP" sz="2400" dirty="0" smtClean="0"/>
          </a:p>
          <a:p>
            <a:pPr marL="0" indent="0">
              <a:buNone/>
            </a:pPr>
            <a:r>
              <a:rPr lang="ja-JP" altLang="en-US" sz="2400" dirty="0"/>
              <a:t>　</a:t>
            </a:r>
            <a:r>
              <a:rPr lang="ja-JP" altLang="en-US" sz="2400" dirty="0" smtClean="0"/>
              <a:t>ペイントツールの設計と実装</a:t>
            </a:r>
            <a:endParaRPr lang="en-US" altLang="ja-JP" sz="2400" dirty="0" smtClean="0"/>
          </a:p>
          <a:p>
            <a:pPr marL="0" indent="0">
              <a:buNone/>
            </a:pPr>
            <a:r>
              <a:rPr kumimoji="1" lang="ja-JP" altLang="en-US" sz="2400" dirty="0" smtClean="0"/>
              <a:t>２月</a:t>
            </a:r>
            <a:endParaRPr kumimoji="1" lang="en-US" altLang="ja-JP" sz="2400" dirty="0" smtClean="0"/>
          </a:p>
          <a:p>
            <a:pPr marL="0" indent="0">
              <a:buNone/>
            </a:pPr>
            <a:r>
              <a:rPr lang="ja-JP" altLang="en-US" sz="2400" dirty="0"/>
              <a:t>　</a:t>
            </a:r>
            <a:r>
              <a:rPr lang="ja-JP" altLang="en-US" sz="2400" dirty="0" smtClean="0"/>
              <a:t>デモ用のテスト、卒研発表、産技短展での実演</a:t>
            </a:r>
            <a:endParaRPr lang="en-US" altLang="ja-JP" sz="2400" dirty="0" smtClean="0"/>
          </a:p>
          <a:p>
            <a:pPr marL="0" indent="0">
              <a:buNone/>
            </a:pPr>
            <a:r>
              <a:rPr kumimoji="1" lang="ja-JP" altLang="en-US" sz="2400" dirty="0" smtClean="0"/>
              <a:t>３月</a:t>
            </a:r>
            <a:endParaRPr kumimoji="1" lang="en-US" altLang="ja-JP" sz="2400" dirty="0" smtClean="0"/>
          </a:p>
          <a:p>
            <a:pPr marL="0" indent="0">
              <a:buNone/>
            </a:pPr>
            <a:r>
              <a:rPr lang="ja-JP" altLang="en-US" sz="2400" dirty="0"/>
              <a:t>　</a:t>
            </a:r>
            <a:r>
              <a:rPr lang="ja-JP" altLang="en-US" sz="2400" dirty="0" smtClean="0"/>
              <a:t>卒業論文の執筆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6131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179512" y="2996952"/>
            <a:ext cx="8628732" cy="1143000"/>
          </a:xfrm>
          <a:prstGeom prst="rect">
            <a:avLst/>
          </a:prstGeom>
        </p:spPr>
        <p:txBody>
          <a:bodyPr/>
          <a:lstStyle>
            <a:lvl1pPr marL="54864" algn="r" rtl="0" eaLnBrk="1" latinLnBrk="0" hangingPunct="1">
              <a:spcBef>
                <a:spcPct val="0"/>
              </a:spcBef>
              <a:buNone/>
              <a:defRPr kumimoji="1" sz="4600" kern="12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  <a:effectLst>
                  <a:outerShdw blurRad="38100" dist="25500" dir="5400000" algn="tl" rotWithShape="0">
                    <a:srgbClr val="000000">
                      <a:satMod val="180000"/>
                      <a:alpha val="7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ja-JP" altLang="en-US" dirty="0" smtClean="0"/>
              <a:t>御清聴ありがとうございました。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4476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エコロジー">
  <a:themeElements>
    <a:clrScheme name="エコロジー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エコロジー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エコロジー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797</TotalTime>
  <Words>151</Words>
  <Application>Microsoft Office PowerPoint</Application>
  <PresentationFormat>画面に合わせる (4:3)</PresentationFormat>
  <Paragraphs>59</Paragraphs>
  <Slides>11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2" baseType="lpstr">
      <vt:lpstr>エコロジー</vt:lpstr>
      <vt:lpstr>Kinectを使ったペイント ツールの作成</vt:lpstr>
      <vt:lpstr>発表項目</vt:lpstr>
      <vt:lpstr>テーマ選定理由</vt:lpstr>
      <vt:lpstr>Kinectの作品例</vt:lpstr>
      <vt:lpstr>研究概要</vt:lpstr>
      <vt:lpstr>研究概要</vt:lpstr>
      <vt:lpstr>研究概要</vt:lpstr>
      <vt:lpstr>完成イメージ</vt:lpstr>
      <vt:lpstr>研究計画</vt:lpstr>
      <vt:lpstr>研究計画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h23cis01</dc:creator>
  <cp:lastModifiedBy>h23cis01</cp:lastModifiedBy>
  <cp:revision>37</cp:revision>
  <dcterms:created xsi:type="dcterms:W3CDTF">2012-09-19T04:13:27Z</dcterms:created>
  <dcterms:modified xsi:type="dcterms:W3CDTF">2012-09-21T04:36:49Z</dcterms:modified>
</cp:coreProperties>
</file>