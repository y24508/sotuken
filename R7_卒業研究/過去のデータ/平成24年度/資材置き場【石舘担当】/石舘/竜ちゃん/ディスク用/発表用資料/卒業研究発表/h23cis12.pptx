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2"/>
  </p:notesMasterIdLst>
  <p:sldIdLst>
    <p:sldId id="256" r:id="rId2"/>
    <p:sldId id="257" r:id="rId3"/>
    <p:sldId id="262" r:id="rId4"/>
    <p:sldId id="264" r:id="rId5"/>
    <p:sldId id="265" r:id="rId6"/>
    <p:sldId id="266" r:id="rId7"/>
    <p:sldId id="272" r:id="rId8"/>
    <p:sldId id="275" r:id="rId9"/>
    <p:sldId id="276" r:id="rId10"/>
    <p:sldId id="273" r:id="rId11"/>
    <p:sldId id="277" r:id="rId12"/>
    <p:sldId id="278" r:id="rId13"/>
    <p:sldId id="279" r:id="rId14"/>
    <p:sldId id="280" r:id="rId15"/>
    <p:sldId id="281" r:id="rId16"/>
    <p:sldId id="269" r:id="rId17"/>
    <p:sldId id="282" r:id="rId18"/>
    <p:sldId id="285" r:id="rId19"/>
    <p:sldId id="287" r:id="rId20"/>
    <p:sldId id="270" r:id="rId21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94" autoAdjust="0"/>
  </p:normalViewPr>
  <p:slideViewPr>
    <p:cSldViewPr>
      <p:cViewPr>
        <p:scale>
          <a:sx n="101" d="100"/>
          <a:sy n="101" d="100"/>
        </p:scale>
        <p:origin x="84" y="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68D33-E5F8-426D-B000-BA8699B2A238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AF8C4-6982-425C-8DD0-862486DDFB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04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AF8C4-6982-425C-8DD0-862486DDFB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6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 6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chemeClr val="accent3">
                <a:alpha val="3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 dirty="0"/>
          </a:p>
        </p:txBody>
      </p:sp>
      <p:grpSp>
        <p:nvGrpSpPr>
          <p:cNvPr id="2" name="グループ化 1"/>
          <p:cNvGrpSpPr>
            <a:grpSpLocks/>
          </p:cNvGrpSpPr>
          <p:nvPr/>
        </p:nvGrpSpPr>
        <p:grpSpPr bwMode="auto">
          <a:xfrm>
            <a:off x="357158" y="4143380"/>
            <a:ext cx="6358014" cy="71438"/>
            <a:chOff x="119" y="877"/>
            <a:chExt cx="5239" cy="71"/>
          </a:xfrm>
          <a:gradFill>
            <a:gsLst>
              <a:gs pos="0">
                <a:schemeClr val="accent1">
                  <a:alpha val="40000"/>
                </a:schemeClr>
              </a:gs>
              <a:gs pos="50000">
                <a:schemeClr val="accent1">
                  <a:alpha val="7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23" name="タイトル 22"/>
          <p:cNvSpPr>
            <a:spLocks noGrp="1"/>
          </p:cNvSpPr>
          <p:nvPr>
            <p:ph type="ctrTitle"/>
          </p:nvPr>
        </p:nvSpPr>
        <p:spPr>
          <a:xfrm>
            <a:off x="285720" y="2500306"/>
            <a:ext cx="6429420" cy="1512888"/>
          </a:xfrm>
        </p:spPr>
        <p:txBody>
          <a:bodyPr anchor="b"/>
          <a:lstStyle>
            <a:lvl1pPr fontAlgn="auto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21" name="サブタイトル 20"/>
          <p:cNvSpPr>
            <a:spLocks noGrp="1"/>
          </p:cNvSpPr>
          <p:nvPr>
            <p:ph type="subTitle" idx="1"/>
          </p:nvPr>
        </p:nvSpPr>
        <p:spPr>
          <a:xfrm>
            <a:off x="300030" y="4314828"/>
            <a:ext cx="6400800" cy="1185874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29" name="日付プレースホルダー 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shade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rgbClr val="7A65A3">
                <a:alpha val="30196"/>
              </a:srgb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-5597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4348" y="4714884"/>
            <a:ext cx="7772400" cy="78581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1928802"/>
            <a:ext cx="7772400" cy="2692412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グループ化 6"/>
          <p:cNvGrpSpPr>
            <a:grpSpLocks/>
          </p:cNvGrpSpPr>
          <p:nvPr/>
        </p:nvGrpSpPr>
        <p:grpSpPr bwMode="auto">
          <a:xfrm>
            <a:off x="714348" y="4643446"/>
            <a:ext cx="7786742" cy="71438"/>
            <a:chOff x="119" y="877"/>
            <a:chExt cx="5239" cy="71"/>
          </a:xfrm>
          <a:gradFill>
            <a:gsLst>
              <a:gs pos="4000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7686700" cy="785818"/>
          </a:xfrm>
        </p:spPr>
        <p:txBody>
          <a:bodyPr/>
          <a:lstStyle>
            <a:lvl1pPr algn="l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78172" y="4857760"/>
            <a:ext cx="3065464" cy="566738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857356" y="714356"/>
            <a:ext cx="5486400" cy="4114800"/>
          </a:xfrm>
          <a:prstGeom prst="rect">
            <a:avLst/>
          </a:prstGeom>
          <a:noFill/>
          <a:ln w="76200"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/>
        </p:spPr>
        <p:txBody>
          <a:bodyPr>
            <a:sp3d extrusionH="57150">
              <a:bevelT w="38100" h="38100" prst="angle"/>
            </a:sp3d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ja-JP" altLang="en-US" smtClean="0"/>
              <a:t>アイコンをクリックして図を追加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086128" y="5429264"/>
            <a:ext cx="3057508" cy="633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29454" y="274639"/>
            <a:ext cx="1757346" cy="5851525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400816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0000">
                <a:schemeClr val="accent1">
                  <a:alpha val="0"/>
                </a:schemeClr>
              </a:gs>
            </a:gsLst>
            <a:lin ang="16200000" scaled="1"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 useBgFill="1">
        <p:nvSpPr>
          <p:cNvPr id="9" name="フリーフォーム 8"/>
          <p:cNvSpPr>
            <a:spLocks/>
          </p:cNvSpPr>
          <p:nvPr/>
        </p:nvSpPr>
        <p:spPr bwMode="auto">
          <a:xfrm>
            <a:off x="-32" y="0"/>
            <a:ext cx="9072594" cy="6858000"/>
          </a:xfrm>
          <a:custGeom>
            <a:avLst/>
            <a:gdLst/>
            <a:ahLst/>
            <a:cxnLst>
              <a:cxn ang="0">
                <a:pos x="1450" y="117"/>
              </a:cxn>
              <a:cxn ang="0">
                <a:pos x="1459" y="129"/>
              </a:cxn>
              <a:cxn ang="0">
                <a:pos x="1515" y="382"/>
              </a:cxn>
              <a:cxn ang="0">
                <a:pos x="1584" y="152"/>
              </a:cxn>
              <a:cxn ang="0">
                <a:pos x="1557" y="196"/>
              </a:cxn>
              <a:cxn ang="0">
                <a:pos x="1515" y="79"/>
              </a:cxn>
              <a:cxn ang="0">
                <a:pos x="1455" y="92"/>
              </a:cxn>
              <a:cxn ang="0">
                <a:pos x="13" y="380"/>
              </a:cxn>
              <a:cxn ang="0">
                <a:pos x="11" y="409"/>
              </a:cxn>
              <a:cxn ang="0">
                <a:pos x="31" y="336"/>
              </a:cxn>
              <a:cxn ang="0">
                <a:pos x="48" y="336"/>
              </a:cxn>
              <a:cxn ang="0">
                <a:pos x="38" y="403"/>
              </a:cxn>
              <a:cxn ang="0">
                <a:pos x="44" y="616"/>
              </a:cxn>
              <a:cxn ang="0">
                <a:pos x="29" y="591"/>
              </a:cxn>
              <a:cxn ang="0">
                <a:pos x="0" y="632"/>
              </a:cxn>
              <a:cxn ang="0">
                <a:pos x="1557" y="1083"/>
              </a:cxn>
              <a:cxn ang="0">
                <a:pos x="1551" y="1006"/>
              </a:cxn>
              <a:cxn ang="0">
                <a:pos x="1534" y="946"/>
              </a:cxn>
              <a:cxn ang="0">
                <a:pos x="1530" y="898"/>
              </a:cxn>
              <a:cxn ang="0">
                <a:pos x="1532" y="820"/>
              </a:cxn>
              <a:cxn ang="0">
                <a:pos x="1572" y="708"/>
              </a:cxn>
              <a:cxn ang="0">
                <a:pos x="1580" y="634"/>
              </a:cxn>
              <a:cxn ang="0">
                <a:pos x="1582" y="495"/>
              </a:cxn>
              <a:cxn ang="0">
                <a:pos x="1578" y="555"/>
              </a:cxn>
              <a:cxn ang="0">
                <a:pos x="1546" y="499"/>
              </a:cxn>
              <a:cxn ang="0">
                <a:pos x="1536" y="497"/>
              </a:cxn>
              <a:cxn ang="0">
                <a:pos x="1519" y="417"/>
              </a:cxn>
              <a:cxn ang="0">
                <a:pos x="1522" y="503"/>
              </a:cxn>
              <a:cxn ang="0">
                <a:pos x="1505" y="361"/>
              </a:cxn>
              <a:cxn ang="0">
                <a:pos x="1513" y="346"/>
              </a:cxn>
              <a:cxn ang="0">
                <a:pos x="1530" y="290"/>
              </a:cxn>
              <a:cxn ang="0">
                <a:pos x="1551" y="303"/>
              </a:cxn>
              <a:cxn ang="0">
                <a:pos x="1563" y="286"/>
              </a:cxn>
              <a:cxn ang="0">
                <a:pos x="1595" y="438"/>
              </a:cxn>
              <a:cxn ang="0">
                <a:pos x="1590" y="394"/>
              </a:cxn>
              <a:cxn ang="0">
                <a:pos x="1597" y="299"/>
              </a:cxn>
              <a:cxn ang="0">
                <a:pos x="34" y="647"/>
              </a:cxn>
              <a:cxn ang="0">
                <a:pos x="1459" y="129"/>
              </a:cxn>
              <a:cxn ang="0">
                <a:pos x="1555" y="689"/>
              </a:cxn>
              <a:cxn ang="0">
                <a:pos x="1496" y="918"/>
              </a:cxn>
              <a:cxn ang="0">
                <a:pos x="1425" y="100"/>
              </a:cxn>
              <a:cxn ang="0">
                <a:pos x="1436" y="111"/>
              </a:cxn>
              <a:cxn ang="0">
                <a:pos x="1436" y="96"/>
              </a:cxn>
              <a:cxn ang="0">
                <a:pos x="1459" y="129"/>
              </a:cxn>
              <a:cxn ang="0">
                <a:pos x="1459" y="129"/>
              </a:cxn>
              <a:cxn ang="0">
                <a:pos x="1536" y="954"/>
              </a:cxn>
              <a:cxn ang="0">
                <a:pos x="1536" y="991"/>
              </a:cxn>
              <a:cxn ang="0">
                <a:pos x="1530" y="1025"/>
              </a:cxn>
              <a:cxn ang="0">
                <a:pos x="1505" y="1041"/>
              </a:cxn>
              <a:cxn ang="0">
                <a:pos x="1515" y="925"/>
              </a:cxn>
              <a:cxn ang="0">
                <a:pos x="1490" y="970"/>
              </a:cxn>
              <a:cxn ang="0">
                <a:pos x="1546" y="442"/>
              </a:cxn>
              <a:cxn ang="0">
                <a:pos x="1613" y="943"/>
              </a:cxn>
              <a:cxn ang="0">
                <a:pos x="1413" y="13"/>
              </a:cxn>
              <a:cxn ang="0">
                <a:pos x="1457" y="88"/>
              </a:cxn>
              <a:cxn ang="0">
                <a:pos x="1442" y="73"/>
              </a:cxn>
              <a:cxn ang="0">
                <a:pos x="42" y="459"/>
              </a:cxn>
              <a:cxn ang="0">
                <a:pos x="1570" y="818"/>
              </a:cxn>
              <a:cxn ang="0">
                <a:pos x="1592" y="943"/>
              </a:cxn>
              <a:cxn ang="0">
                <a:pos x="1563" y="791"/>
              </a:cxn>
              <a:cxn ang="0">
                <a:pos x="1459" y="129"/>
              </a:cxn>
              <a:cxn ang="0">
                <a:pos x="1565" y="1137"/>
              </a:cxn>
            </a:cxnLst>
            <a:rect l="0" t="0" r="0" b="0"/>
            <a:pathLst>
              <a:path w="1624" h="1148">
                <a:moveTo>
                  <a:pt x="1459" y="129"/>
                </a:moveTo>
                <a:lnTo>
                  <a:pt x="1457" y="127"/>
                </a:lnTo>
                <a:lnTo>
                  <a:pt x="1457" y="129"/>
                </a:lnTo>
                <a:lnTo>
                  <a:pt x="1459" y="129"/>
                </a:lnTo>
                <a:lnTo>
                  <a:pt x="1448" y="100"/>
                </a:lnTo>
                <a:lnTo>
                  <a:pt x="1446" y="98"/>
                </a:lnTo>
                <a:lnTo>
                  <a:pt x="1448" y="98"/>
                </a:lnTo>
                <a:lnTo>
                  <a:pt x="1446" y="98"/>
                </a:lnTo>
                <a:lnTo>
                  <a:pt x="1448" y="100"/>
                </a:lnTo>
                <a:lnTo>
                  <a:pt x="1459" y="129"/>
                </a:lnTo>
                <a:lnTo>
                  <a:pt x="1438" y="107"/>
                </a:lnTo>
                <a:lnTo>
                  <a:pt x="1436" y="106"/>
                </a:lnTo>
                <a:lnTo>
                  <a:pt x="1436" y="107"/>
                </a:lnTo>
                <a:lnTo>
                  <a:pt x="1438" y="107"/>
                </a:lnTo>
                <a:lnTo>
                  <a:pt x="1440" y="107"/>
                </a:lnTo>
                <a:lnTo>
                  <a:pt x="1438" y="106"/>
                </a:lnTo>
                <a:lnTo>
                  <a:pt x="1438" y="107"/>
                </a:lnTo>
                <a:lnTo>
                  <a:pt x="1459" y="129"/>
                </a:lnTo>
                <a:lnTo>
                  <a:pt x="1451" y="115"/>
                </a:lnTo>
                <a:lnTo>
                  <a:pt x="1450" y="115"/>
                </a:lnTo>
                <a:lnTo>
                  <a:pt x="1450" y="111"/>
                </a:lnTo>
                <a:lnTo>
                  <a:pt x="1448" y="115"/>
                </a:lnTo>
                <a:lnTo>
                  <a:pt x="1444" y="109"/>
                </a:lnTo>
                <a:lnTo>
                  <a:pt x="1446" y="111"/>
                </a:lnTo>
                <a:lnTo>
                  <a:pt x="1444" y="117"/>
                </a:lnTo>
                <a:lnTo>
                  <a:pt x="1446" y="117"/>
                </a:lnTo>
                <a:lnTo>
                  <a:pt x="1446" y="115"/>
                </a:lnTo>
                <a:lnTo>
                  <a:pt x="1448" y="115"/>
                </a:lnTo>
                <a:lnTo>
                  <a:pt x="1448" y="117"/>
                </a:lnTo>
                <a:lnTo>
                  <a:pt x="1450" y="117"/>
                </a:lnTo>
                <a:lnTo>
                  <a:pt x="1450" y="115"/>
                </a:lnTo>
                <a:lnTo>
                  <a:pt x="1450" y="117"/>
                </a:lnTo>
                <a:lnTo>
                  <a:pt x="1451" y="117"/>
                </a:lnTo>
                <a:lnTo>
                  <a:pt x="1451" y="115"/>
                </a:lnTo>
                <a:lnTo>
                  <a:pt x="1459" y="129"/>
                </a:lnTo>
                <a:lnTo>
                  <a:pt x="1547" y="486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459" y="129"/>
                </a:lnTo>
                <a:lnTo>
                  <a:pt x="1534" y="388"/>
                </a:lnTo>
                <a:lnTo>
                  <a:pt x="1530" y="417"/>
                </a:lnTo>
                <a:lnTo>
                  <a:pt x="1530" y="422"/>
                </a:lnTo>
                <a:lnTo>
                  <a:pt x="1532" y="420"/>
                </a:lnTo>
                <a:lnTo>
                  <a:pt x="1534" y="388"/>
                </a:lnTo>
                <a:lnTo>
                  <a:pt x="1459" y="129"/>
                </a:lnTo>
                <a:lnTo>
                  <a:pt x="1536" y="415"/>
                </a:lnTo>
                <a:lnTo>
                  <a:pt x="1536" y="413"/>
                </a:lnTo>
                <a:lnTo>
                  <a:pt x="1536" y="409"/>
                </a:lnTo>
                <a:lnTo>
                  <a:pt x="1536" y="399"/>
                </a:lnTo>
                <a:lnTo>
                  <a:pt x="1536" y="397"/>
                </a:lnTo>
                <a:lnTo>
                  <a:pt x="1532" y="417"/>
                </a:lnTo>
                <a:lnTo>
                  <a:pt x="1532" y="420"/>
                </a:lnTo>
                <a:lnTo>
                  <a:pt x="1534" y="418"/>
                </a:lnTo>
                <a:lnTo>
                  <a:pt x="1534" y="424"/>
                </a:lnTo>
                <a:lnTo>
                  <a:pt x="1536" y="415"/>
                </a:lnTo>
                <a:lnTo>
                  <a:pt x="1459" y="129"/>
                </a:lnTo>
                <a:lnTo>
                  <a:pt x="1536" y="380"/>
                </a:lnTo>
                <a:lnTo>
                  <a:pt x="1534" y="378"/>
                </a:lnTo>
                <a:lnTo>
                  <a:pt x="1536" y="382"/>
                </a:lnTo>
                <a:lnTo>
                  <a:pt x="1536" y="390"/>
                </a:lnTo>
                <a:lnTo>
                  <a:pt x="1536" y="394"/>
                </a:lnTo>
                <a:lnTo>
                  <a:pt x="1536" y="380"/>
                </a:lnTo>
                <a:lnTo>
                  <a:pt x="1459" y="129"/>
                </a:lnTo>
                <a:lnTo>
                  <a:pt x="1546" y="401"/>
                </a:lnTo>
                <a:lnTo>
                  <a:pt x="1546" y="394"/>
                </a:lnTo>
                <a:lnTo>
                  <a:pt x="1544" y="388"/>
                </a:lnTo>
                <a:lnTo>
                  <a:pt x="1538" y="380"/>
                </a:lnTo>
                <a:lnTo>
                  <a:pt x="1538" y="386"/>
                </a:lnTo>
                <a:lnTo>
                  <a:pt x="1538" y="390"/>
                </a:lnTo>
                <a:lnTo>
                  <a:pt x="1538" y="388"/>
                </a:lnTo>
                <a:lnTo>
                  <a:pt x="1538" y="382"/>
                </a:lnTo>
                <a:lnTo>
                  <a:pt x="1540" y="397"/>
                </a:lnTo>
                <a:lnTo>
                  <a:pt x="1538" y="409"/>
                </a:lnTo>
                <a:lnTo>
                  <a:pt x="1538" y="411"/>
                </a:lnTo>
                <a:lnTo>
                  <a:pt x="1540" y="411"/>
                </a:lnTo>
                <a:lnTo>
                  <a:pt x="1540" y="409"/>
                </a:lnTo>
                <a:lnTo>
                  <a:pt x="1540" y="411"/>
                </a:lnTo>
                <a:lnTo>
                  <a:pt x="1540" y="422"/>
                </a:lnTo>
                <a:lnTo>
                  <a:pt x="1542" y="434"/>
                </a:lnTo>
                <a:lnTo>
                  <a:pt x="1542" y="436"/>
                </a:lnTo>
                <a:lnTo>
                  <a:pt x="1542" y="434"/>
                </a:lnTo>
                <a:lnTo>
                  <a:pt x="1542" y="430"/>
                </a:lnTo>
                <a:lnTo>
                  <a:pt x="1542" y="411"/>
                </a:lnTo>
                <a:lnTo>
                  <a:pt x="1542" y="409"/>
                </a:lnTo>
                <a:lnTo>
                  <a:pt x="1544" y="417"/>
                </a:lnTo>
                <a:lnTo>
                  <a:pt x="1546" y="401"/>
                </a:lnTo>
                <a:lnTo>
                  <a:pt x="1459" y="129"/>
                </a:lnTo>
                <a:lnTo>
                  <a:pt x="1515" y="374"/>
                </a:lnTo>
                <a:lnTo>
                  <a:pt x="1515" y="380"/>
                </a:lnTo>
                <a:lnTo>
                  <a:pt x="1517" y="370"/>
                </a:lnTo>
                <a:lnTo>
                  <a:pt x="1515" y="369"/>
                </a:lnTo>
                <a:lnTo>
                  <a:pt x="1515" y="365"/>
                </a:lnTo>
                <a:lnTo>
                  <a:pt x="1513" y="365"/>
                </a:lnTo>
                <a:lnTo>
                  <a:pt x="1515" y="372"/>
                </a:lnTo>
                <a:lnTo>
                  <a:pt x="1515" y="382"/>
                </a:lnTo>
                <a:lnTo>
                  <a:pt x="1515" y="380"/>
                </a:lnTo>
                <a:lnTo>
                  <a:pt x="1515" y="374"/>
                </a:lnTo>
                <a:lnTo>
                  <a:pt x="1459" y="129"/>
                </a:lnTo>
                <a:lnTo>
                  <a:pt x="1517" y="390"/>
                </a:lnTo>
                <a:lnTo>
                  <a:pt x="1519" y="395"/>
                </a:lnTo>
                <a:lnTo>
                  <a:pt x="1519" y="390"/>
                </a:lnTo>
                <a:lnTo>
                  <a:pt x="1519" y="388"/>
                </a:lnTo>
                <a:lnTo>
                  <a:pt x="1517" y="390"/>
                </a:lnTo>
                <a:lnTo>
                  <a:pt x="1459" y="129"/>
                </a:lnTo>
                <a:lnTo>
                  <a:pt x="1522" y="422"/>
                </a:lnTo>
                <a:lnTo>
                  <a:pt x="1522" y="430"/>
                </a:lnTo>
                <a:lnTo>
                  <a:pt x="1522" y="424"/>
                </a:lnTo>
                <a:lnTo>
                  <a:pt x="1522" y="422"/>
                </a:lnTo>
                <a:lnTo>
                  <a:pt x="1459" y="129"/>
                </a:lnTo>
                <a:lnTo>
                  <a:pt x="1528" y="440"/>
                </a:lnTo>
                <a:lnTo>
                  <a:pt x="1530" y="459"/>
                </a:lnTo>
                <a:lnTo>
                  <a:pt x="1530" y="457"/>
                </a:lnTo>
                <a:lnTo>
                  <a:pt x="1528" y="434"/>
                </a:lnTo>
                <a:lnTo>
                  <a:pt x="1528" y="440"/>
                </a:lnTo>
                <a:lnTo>
                  <a:pt x="1459" y="129"/>
                </a:lnTo>
                <a:lnTo>
                  <a:pt x="1624" y="242"/>
                </a:lnTo>
                <a:lnTo>
                  <a:pt x="1624" y="226"/>
                </a:lnTo>
                <a:lnTo>
                  <a:pt x="1620" y="221"/>
                </a:lnTo>
                <a:lnTo>
                  <a:pt x="1617" y="211"/>
                </a:lnTo>
                <a:lnTo>
                  <a:pt x="1611" y="188"/>
                </a:lnTo>
                <a:lnTo>
                  <a:pt x="1607" y="178"/>
                </a:lnTo>
                <a:lnTo>
                  <a:pt x="1603" y="175"/>
                </a:lnTo>
                <a:lnTo>
                  <a:pt x="1592" y="169"/>
                </a:lnTo>
                <a:lnTo>
                  <a:pt x="1588" y="167"/>
                </a:lnTo>
                <a:lnTo>
                  <a:pt x="1584" y="163"/>
                </a:lnTo>
                <a:lnTo>
                  <a:pt x="1584" y="159"/>
                </a:lnTo>
                <a:lnTo>
                  <a:pt x="1584" y="152"/>
                </a:lnTo>
                <a:lnTo>
                  <a:pt x="1584" y="148"/>
                </a:lnTo>
                <a:lnTo>
                  <a:pt x="1582" y="146"/>
                </a:lnTo>
                <a:lnTo>
                  <a:pt x="1578" y="146"/>
                </a:lnTo>
                <a:lnTo>
                  <a:pt x="1572" y="152"/>
                </a:lnTo>
                <a:lnTo>
                  <a:pt x="1569" y="161"/>
                </a:lnTo>
                <a:lnTo>
                  <a:pt x="1569" y="169"/>
                </a:lnTo>
                <a:lnTo>
                  <a:pt x="1572" y="171"/>
                </a:lnTo>
                <a:lnTo>
                  <a:pt x="1576" y="173"/>
                </a:lnTo>
                <a:lnTo>
                  <a:pt x="1580" y="177"/>
                </a:lnTo>
                <a:lnTo>
                  <a:pt x="1582" y="182"/>
                </a:lnTo>
                <a:lnTo>
                  <a:pt x="1584" y="190"/>
                </a:lnTo>
                <a:lnTo>
                  <a:pt x="1584" y="200"/>
                </a:lnTo>
                <a:lnTo>
                  <a:pt x="1582" y="209"/>
                </a:lnTo>
                <a:lnTo>
                  <a:pt x="1580" y="217"/>
                </a:lnTo>
                <a:lnTo>
                  <a:pt x="1584" y="223"/>
                </a:lnTo>
                <a:lnTo>
                  <a:pt x="1588" y="230"/>
                </a:lnTo>
                <a:lnTo>
                  <a:pt x="1592" y="238"/>
                </a:lnTo>
                <a:lnTo>
                  <a:pt x="1592" y="244"/>
                </a:lnTo>
                <a:lnTo>
                  <a:pt x="1588" y="242"/>
                </a:lnTo>
                <a:lnTo>
                  <a:pt x="1584" y="240"/>
                </a:lnTo>
                <a:lnTo>
                  <a:pt x="1580" y="238"/>
                </a:lnTo>
                <a:lnTo>
                  <a:pt x="1576" y="238"/>
                </a:lnTo>
                <a:lnTo>
                  <a:pt x="1572" y="236"/>
                </a:lnTo>
                <a:lnTo>
                  <a:pt x="1569" y="232"/>
                </a:lnTo>
                <a:lnTo>
                  <a:pt x="1567" y="225"/>
                </a:lnTo>
                <a:lnTo>
                  <a:pt x="1565" y="217"/>
                </a:lnTo>
                <a:lnTo>
                  <a:pt x="1567" y="211"/>
                </a:lnTo>
                <a:lnTo>
                  <a:pt x="1569" y="205"/>
                </a:lnTo>
                <a:lnTo>
                  <a:pt x="1569" y="202"/>
                </a:lnTo>
                <a:lnTo>
                  <a:pt x="1565" y="198"/>
                </a:lnTo>
                <a:lnTo>
                  <a:pt x="1561" y="196"/>
                </a:lnTo>
                <a:lnTo>
                  <a:pt x="1557" y="196"/>
                </a:lnTo>
                <a:lnTo>
                  <a:pt x="1549" y="200"/>
                </a:lnTo>
                <a:lnTo>
                  <a:pt x="1547" y="198"/>
                </a:lnTo>
                <a:lnTo>
                  <a:pt x="1547" y="196"/>
                </a:lnTo>
                <a:lnTo>
                  <a:pt x="1547" y="190"/>
                </a:lnTo>
                <a:lnTo>
                  <a:pt x="1544" y="184"/>
                </a:lnTo>
                <a:lnTo>
                  <a:pt x="1542" y="178"/>
                </a:lnTo>
                <a:lnTo>
                  <a:pt x="1542" y="177"/>
                </a:lnTo>
                <a:lnTo>
                  <a:pt x="1544" y="175"/>
                </a:lnTo>
                <a:lnTo>
                  <a:pt x="1546" y="173"/>
                </a:lnTo>
                <a:lnTo>
                  <a:pt x="1546" y="169"/>
                </a:lnTo>
                <a:lnTo>
                  <a:pt x="1546" y="167"/>
                </a:lnTo>
                <a:lnTo>
                  <a:pt x="1540" y="161"/>
                </a:lnTo>
                <a:lnTo>
                  <a:pt x="1536" y="157"/>
                </a:lnTo>
                <a:lnTo>
                  <a:pt x="1534" y="155"/>
                </a:lnTo>
                <a:lnTo>
                  <a:pt x="1534" y="152"/>
                </a:lnTo>
                <a:lnTo>
                  <a:pt x="1540" y="138"/>
                </a:lnTo>
                <a:lnTo>
                  <a:pt x="1540" y="134"/>
                </a:lnTo>
                <a:lnTo>
                  <a:pt x="1538" y="132"/>
                </a:lnTo>
                <a:lnTo>
                  <a:pt x="1530" y="129"/>
                </a:lnTo>
                <a:lnTo>
                  <a:pt x="1526" y="129"/>
                </a:lnTo>
                <a:lnTo>
                  <a:pt x="1526" y="123"/>
                </a:lnTo>
                <a:lnTo>
                  <a:pt x="1526" y="117"/>
                </a:lnTo>
                <a:lnTo>
                  <a:pt x="1530" y="109"/>
                </a:lnTo>
                <a:lnTo>
                  <a:pt x="1532" y="104"/>
                </a:lnTo>
                <a:lnTo>
                  <a:pt x="1530" y="100"/>
                </a:lnTo>
                <a:lnTo>
                  <a:pt x="1526" y="100"/>
                </a:lnTo>
                <a:lnTo>
                  <a:pt x="1522" y="102"/>
                </a:lnTo>
                <a:lnTo>
                  <a:pt x="1521" y="100"/>
                </a:lnTo>
                <a:lnTo>
                  <a:pt x="1519" y="98"/>
                </a:lnTo>
                <a:lnTo>
                  <a:pt x="1519" y="86"/>
                </a:lnTo>
                <a:lnTo>
                  <a:pt x="1517" y="81"/>
                </a:lnTo>
                <a:lnTo>
                  <a:pt x="1515" y="79"/>
                </a:lnTo>
                <a:lnTo>
                  <a:pt x="1501" y="71"/>
                </a:lnTo>
                <a:lnTo>
                  <a:pt x="1498" y="67"/>
                </a:lnTo>
                <a:lnTo>
                  <a:pt x="1498" y="65"/>
                </a:lnTo>
                <a:lnTo>
                  <a:pt x="1494" y="63"/>
                </a:lnTo>
                <a:lnTo>
                  <a:pt x="1492" y="63"/>
                </a:lnTo>
                <a:lnTo>
                  <a:pt x="1486" y="71"/>
                </a:lnTo>
                <a:lnTo>
                  <a:pt x="1482" y="73"/>
                </a:lnTo>
                <a:lnTo>
                  <a:pt x="1476" y="75"/>
                </a:lnTo>
                <a:lnTo>
                  <a:pt x="1474" y="71"/>
                </a:lnTo>
                <a:lnTo>
                  <a:pt x="1471" y="67"/>
                </a:lnTo>
                <a:lnTo>
                  <a:pt x="1469" y="65"/>
                </a:lnTo>
                <a:lnTo>
                  <a:pt x="1467" y="71"/>
                </a:lnTo>
                <a:lnTo>
                  <a:pt x="1469" y="75"/>
                </a:lnTo>
                <a:lnTo>
                  <a:pt x="1471" y="79"/>
                </a:lnTo>
                <a:lnTo>
                  <a:pt x="1473" y="81"/>
                </a:lnTo>
                <a:lnTo>
                  <a:pt x="1473" y="82"/>
                </a:lnTo>
                <a:lnTo>
                  <a:pt x="1474" y="82"/>
                </a:lnTo>
                <a:lnTo>
                  <a:pt x="1474" y="84"/>
                </a:lnTo>
                <a:lnTo>
                  <a:pt x="1474" y="90"/>
                </a:lnTo>
                <a:lnTo>
                  <a:pt x="1474" y="92"/>
                </a:lnTo>
                <a:lnTo>
                  <a:pt x="1476" y="96"/>
                </a:lnTo>
                <a:lnTo>
                  <a:pt x="1476" y="98"/>
                </a:lnTo>
                <a:lnTo>
                  <a:pt x="1482" y="106"/>
                </a:lnTo>
                <a:lnTo>
                  <a:pt x="1488" y="117"/>
                </a:lnTo>
                <a:lnTo>
                  <a:pt x="1490" y="123"/>
                </a:lnTo>
                <a:lnTo>
                  <a:pt x="1490" y="125"/>
                </a:lnTo>
                <a:lnTo>
                  <a:pt x="1488" y="130"/>
                </a:lnTo>
                <a:lnTo>
                  <a:pt x="1478" y="119"/>
                </a:lnTo>
                <a:lnTo>
                  <a:pt x="1473" y="109"/>
                </a:lnTo>
                <a:lnTo>
                  <a:pt x="1465" y="106"/>
                </a:lnTo>
                <a:lnTo>
                  <a:pt x="1461" y="100"/>
                </a:lnTo>
                <a:lnTo>
                  <a:pt x="1455" y="92"/>
                </a:lnTo>
                <a:lnTo>
                  <a:pt x="1446" y="77"/>
                </a:lnTo>
                <a:lnTo>
                  <a:pt x="1450" y="88"/>
                </a:lnTo>
                <a:lnTo>
                  <a:pt x="1451" y="92"/>
                </a:lnTo>
                <a:lnTo>
                  <a:pt x="1428" y="67"/>
                </a:lnTo>
                <a:lnTo>
                  <a:pt x="1430" y="67"/>
                </a:lnTo>
                <a:lnTo>
                  <a:pt x="1430" y="65"/>
                </a:lnTo>
                <a:lnTo>
                  <a:pt x="1430" y="63"/>
                </a:lnTo>
                <a:lnTo>
                  <a:pt x="1428" y="61"/>
                </a:lnTo>
                <a:lnTo>
                  <a:pt x="1428" y="63"/>
                </a:lnTo>
                <a:lnTo>
                  <a:pt x="1428" y="65"/>
                </a:lnTo>
                <a:lnTo>
                  <a:pt x="1409" y="42"/>
                </a:lnTo>
                <a:lnTo>
                  <a:pt x="1407" y="34"/>
                </a:lnTo>
                <a:lnTo>
                  <a:pt x="1407" y="38"/>
                </a:lnTo>
                <a:lnTo>
                  <a:pt x="1405" y="34"/>
                </a:lnTo>
                <a:lnTo>
                  <a:pt x="1405" y="33"/>
                </a:lnTo>
                <a:lnTo>
                  <a:pt x="1407" y="31"/>
                </a:lnTo>
                <a:lnTo>
                  <a:pt x="1405" y="31"/>
                </a:lnTo>
                <a:lnTo>
                  <a:pt x="1405" y="29"/>
                </a:lnTo>
                <a:lnTo>
                  <a:pt x="1405" y="31"/>
                </a:lnTo>
                <a:lnTo>
                  <a:pt x="1405" y="19"/>
                </a:lnTo>
                <a:lnTo>
                  <a:pt x="1407" y="15"/>
                </a:lnTo>
                <a:lnTo>
                  <a:pt x="1405" y="11"/>
                </a:lnTo>
                <a:lnTo>
                  <a:pt x="1402" y="0"/>
                </a:lnTo>
                <a:lnTo>
                  <a:pt x="0" y="0"/>
                </a:lnTo>
                <a:lnTo>
                  <a:pt x="0" y="328"/>
                </a:lnTo>
                <a:lnTo>
                  <a:pt x="4" y="336"/>
                </a:lnTo>
                <a:lnTo>
                  <a:pt x="6" y="353"/>
                </a:lnTo>
                <a:lnTo>
                  <a:pt x="8" y="357"/>
                </a:lnTo>
                <a:lnTo>
                  <a:pt x="10" y="359"/>
                </a:lnTo>
                <a:lnTo>
                  <a:pt x="15" y="357"/>
                </a:lnTo>
                <a:lnTo>
                  <a:pt x="15" y="372"/>
                </a:lnTo>
                <a:lnTo>
                  <a:pt x="13" y="380"/>
                </a:lnTo>
                <a:lnTo>
                  <a:pt x="10" y="370"/>
                </a:lnTo>
                <a:lnTo>
                  <a:pt x="8" y="372"/>
                </a:lnTo>
                <a:lnTo>
                  <a:pt x="6" y="378"/>
                </a:lnTo>
                <a:lnTo>
                  <a:pt x="6" y="386"/>
                </a:lnTo>
                <a:lnTo>
                  <a:pt x="8" y="392"/>
                </a:lnTo>
                <a:lnTo>
                  <a:pt x="8" y="394"/>
                </a:lnTo>
                <a:lnTo>
                  <a:pt x="6" y="394"/>
                </a:lnTo>
                <a:lnTo>
                  <a:pt x="4" y="394"/>
                </a:lnTo>
                <a:lnTo>
                  <a:pt x="2" y="395"/>
                </a:lnTo>
                <a:lnTo>
                  <a:pt x="0" y="395"/>
                </a:lnTo>
                <a:lnTo>
                  <a:pt x="0" y="397"/>
                </a:lnTo>
                <a:lnTo>
                  <a:pt x="2" y="397"/>
                </a:lnTo>
                <a:lnTo>
                  <a:pt x="0" y="401"/>
                </a:lnTo>
                <a:lnTo>
                  <a:pt x="0" y="417"/>
                </a:lnTo>
                <a:lnTo>
                  <a:pt x="4" y="420"/>
                </a:lnTo>
                <a:lnTo>
                  <a:pt x="8" y="426"/>
                </a:lnTo>
                <a:lnTo>
                  <a:pt x="11" y="434"/>
                </a:lnTo>
                <a:lnTo>
                  <a:pt x="11" y="432"/>
                </a:lnTo>
                <a:lnTo>
                  <a:pt x="13" y="434"/>
                </a:lnTo>
                <a:lnTo>
                  <a:pt x="15" y="440"/>
                </a:lnTo>
                <a:lnTo>
                  <a:pt x="15" y="438"/>
                </a:lnTo>
                <a:lnTo>
                  <a:pt x="15" y="434"/>
                </a:lnTo>
                <a:lnTo>
                  <a:pt x="19" y="436"/>
                </a:lnTo>
                <a:lnTo>
                  <a:pt x="21" y="436"/>
                </a:lnTo>
                <a:lnTo>
                  <a:pt x="21" y="434"/>
                </a:lnTo>
                <a:lnTo>
                  <a:pt x="21" y="430"/>
                </a:lnTo>
                <a:lnTo>
                  <a:pt x="19" y="424"/>
                </a:lnTo>
                <a:lnTo>
                  <a:pt x="15" y="420"/>
                </a:lnTo>
                <a:lnTo>
                  <a:pt x="10" y="417"/>
                </a:lnTo>
                <a:lnTo>
                  <a:pt x="8" y="411"/>
                </a:lnTo>
                <a:lnTo>
                  <a:pt x="10" y="409"/>
                </a:lnTo>
                <a:lnTo>
                  <a:pt x="11" y="409"/>
                </a:lnTo>
                <a:lnTo>
                  <a:pt x="15" y="405"/>
                </a:lnTo>
                <a:lnTo>
                  <a:pt x="11" y="409"/>
                </a:lnTo>
                <a:lnTo>
                  <a:pt x="15" y="401"/>
                </a:lnTo>
                <a:lnTo>
                  <a:pt x="17" y="399"/>
                </a:lnTo>
                <a:lnTo>
                  <a:pt x="17" y="401"/>
                </a:lnTo>
                <a:lnTo>
                  <a:pt x="17" y="399"/>
                </a:lnTo>
                <a:lnTo>
                  <a:pt x="27" y="394"/>
                </a:lnTo>
                <a:lnTo>
                  <a:pt x="27" y="392"/>
                </a:lnTo>
                <a:lnTo>
                  <a:pt x="17" y="397"/>
                </a:lnTo>
                <a:lnTo>
                  <a:pt x="17" y="394"/>
                </a:lnTo>
                <a:lnTo>
                  <a:pt x="17" y="386"/>
                </a:lnTo>
                <a:lnTo>
                  <a:pt x="21" y="374"/>
                </a:lnTo>
                <a:lnTo>
                  <a:pt x="23" y="372"/>
                </a:lnTo>
                <a:lnTo>
                  <a:pt x="23" y="369"/>
                </a:lnTo>
                <a:lnTo>
                  <a:pt x="23" y="370"/>
                </a:lnTo>
                <a:lnTo>
                  <a:pt x="29" y="386"/>
                </a:lnTo>
                <a:lnTo>
                  <a:pt x="29" y="394"/>
                </a:lnTo>
                <a:lnTo>
                  <a:pt x="31" y="394"/>
                </a:lnTo>
                <a:lnTo>
                  <a:pt x="31" y="395"/>
                </a:lnTo>
                <a:lnTo>
                  <a:pt x="31" y="397"/>
                </a:lnTo>
                <a:lnTo>
                  <a:pt x="33" y="401"/>
                </a:lnTo>
                <a:lnTo>
                  <a:pt x="33" y="399"/>
                </a:lnTo>
                <a:lnTo>
                  <a:pt x="29" y="380"/>
                </a:lnTo>
                <a:lnTo>
                  <a:pt x="29" y="382"/>
                </a:lnTo>
                <a:lnTo>
                  <a:pt x="23" y="367"/>
                </a:lnTo>
                <a:lnTo>
                  <a:pt x="23" y="361"/>
                </a:lnTo>
                <a:lnTo>
                  <a:pt x="27" y="367"/>
                </a:lnTo>
                <a:lnTo>
                  <a:pt x="27" y="365"/>
                </a:lnTo>
                <a:lnTo>
                  <a:pt x="29" y="367"/>
                </a:lnTo>
                <a:lnTo>
                  <a:pt x="31" y="367"/>
                </a:lnTo>
                <a:lnTo>
                  <a:pt x="31" y="361"/>
                </a:lnTo>
                <a:lnTo>
                  <a:pt x="31" y="336"/>
                </a:lnTo>
                <a:lnTo>
                  <a:pt x="29" y="326"/>
                </a:lnTo>
                <a:lnTo>
                  <a:pt x="27" y="311"/>
                </a:lnTo>
                <a:lnTo>
                  <a:pt x="23" y="305"/>
                </a:lnTo>
                <a:lnTo>
                  <a:pt x="21" y="303"/>
                </a:lnTo>
                <a:lnTo>
                  <a:pt x="15" y="299"/>
                </a:lnTo>
                <a:lnTo>
                  <a:pt x="15" y="298"/>
                </a:lnTo>
                <a:lnTo>
                  <a:pt x="17" y="296"/>
                </a:lnTo>
                <a:lnTo>
                  <a:pt x="21" y="298"/>
                </a:lnTo>
                <a:lnTo>
                  <a:pt x="27" y="305"/>
                </a:lnTo>
                <a:lnTo>
                  <a:pt x="33" y="322"/>
                </a:lnTo>
                <a:lnTo>
                  <a:pt x="33" y="330"/>
                </a:lnTo>
                <a:lnTo>
                  <a:pt x="33" y="317"/>
                </a:lnTo>
                <a:lnTo>
                  <a:pt x="31" y="313"/>
                </a:lnTo>
                <a:lnTo>
                  <a:pt x="33" y="315"/>
                </a:lnTo>
                <a:lnTo>
                  <a:pt x="33" y="319"/>
                </a:lnTo>
                <a:lnTo>
                  <a:pt x="34" y="319"/>
                </a:lnTo>
                <a:lnTo>
                  <a:pt x="38" y="317"/>
                </a:lnTo>
                <a:lnTo>
                  <a:pt x="40" y="319"/>
                </a:lnTo>
                <a:lnTo>
                  <a:pt x="38" y="334"/>
                </a:lnTo>
                <a:lnTo>
                  <a:pt x="38" y="355"/>
                </a:lnTo>
                <a:lnTo>
                  <a:pt x="40" y="363"/>
                </a:lnTo>
                <a:lnTo>
                  <a:pt x="42" y="367"/>
                </a:lnTo>
                <a:lnTo>
                  <a:pt x="44" y="365"/>
                </a:lnTo>
                <a:lnTo>
                  <a:pt x="46" y="363"/>
                </a:lnTo>
                <a:lnTo>
                  <a:pt x="46" y="361"/>
                </a:lnTo>
                <a:lnTo>
                  <a:pt x="44" y="357"/>
                </a:lnTo>
                <a:lnTo>
                  <a:pt x="42" y="357"/>
                </a:lnTo>
                <a:lnTo>
                  <a:pt x="40" y="355"/>
                </a:lnTo>
                <a:lnTo>
                  <a:pt x="42" y="351"/>
                </a:lnTo>
                <a:lnTo>
                  <a:pt x="44" y="340"/>
                </a:lnTo>
                <a:lnTo>
                  <a:pt x="46" y="338"/>
                </a:lnTo>
                <a:lnTo>
                  <a:pt x="48" y="336"/>
                </a:lnTo>
                <a:lnTo>
                  <a:pt x="50" y="340"/>
                </a:lnTo>
                <a:lnTo>
                  <a:pt x="50" y="351"/>
                </a:lnTo>
                <a:lnTo>
                  <a:pt x="50" y="370"/>
                </a:lnTo>
                <a:lnTo>
                  <a:pt x="52" y="384"/>
                </a:lnTo>
                <a:lnTo>
                  <a:pt x="56" y="394"/>
                </a:lnTo>
                <a:lnTo>
                  <a:pt x="54" y="384"/>
                </a:lnTo>
                <a:lnTo>
                  <a:pt x="52" y="380"/>
                </a:lnTo>
                <a:lnTo>
                  <a:pt x="58" y="388"/>
                </a:lnTo>
                <a:lnTo>
                  <a:pt x="61" y="395"/>
                </a:lnTo>
                <a:lnTo>
                  <a:pt x="63" y="405"/>
                </a:lnTo>
                <a:lnTo>
                  <a:pt x="65" y="426"/>
                </a:lnTo>
                <a:lnTo>
                  <a:pt x="65" y="438"/>
                </a:lnTo>
                <a:lnTo>
                  <a:pt x="65" y="430"/>
                </a:lnTo>
                <a:lnTo>
                  <a:pt x="63" y="417"/>
                </a:lnTo>
                <a:lnTo>
                  <a:pt x="61" y="409"/>
                </a:lnTo>
                <a:lnTo>
                  <a:pt x="54" y="395"/>
                </a:lnTo>
                <a:lnTo>
                  <a:pt x="50" y="376"/>
                </a:lnTo>
                <a:lnTo>
                  <a:pt x="48" y="372"/>
                </a:lnTo>
                <a:lnTo>
                  <a:pt x="48" y="376"/>
                </a:lnTo>
                <a:lnTo>
                  <a:pt x="48" y="388"/>
                </a:lnTo>
                <a:lnTo>
                  <a:pt x="46" y="397"/>
                </a:lnTo>
                <a:lnTo>
                  <a:pt x="44" y="403"/>
                </a:lnTo>
                <a:lnTo>
                  <a:pt x="42" y="395"/>
                </a:lnTo>
                <a:lnTo>
                  <a:pt x="40" y="392"/>
                </a:lnTo>
                <a:lnTo>
                  <a:pt x="36" y="390"/>
                </a:lnTo>
                <a:lnTo>
                  <a:pt x="34" y="390"/>
                </a:lnTo>
                <a:lnTo>
                  <a:pt x="34" y="394"/>
                </a:lnTo>
                <a:lnTo>
                  <a:pt x="36" y="394"/>
                </a:lnTo>
                <a:lnTo>
                  <a:pt x="36" y="399"/>
                </a:lnTo>
                <a:lnTo>
                  <a:pt x="38" y="395"/>
                </a:lnTo>
                <a:lnTo>
                  <a:pt x="38" y="397"/>
                </a:lnTo>
                <a:lnTo>
                  <a:pt x="38" y="403"/>
                </a:lnTo>
                <a:lnTo>
                  <a:pt x="40" y="415"/>
                </a:lnTo>
                <a:lnTo>
                  <a:pt x="38" y="424"/>
                </a:lnTo>
                <a:lnTo>
                  <a:pt x="34" y="403"/>
                </a:lnTo>
                <a:lnTo>
                  <a:pt x="34" y="411"/>
                </a:lnTo>
                <a:lnTo>
                  <a:pt x="38" y="428"/>
                </a:lnTo>
                <a:lnTo>
                  <a:pt x="34" y="455"/>
                </a:lnTo>
                <a:lnTo>
                  <a:pt x="34" y="459"/>
                </a:lnTo>
                <a:lnTo>
                  <a:pt x="34" y="457"/>
                </a:lnTo>
                <a:lnTo>
                  <a:pt x="33" y="451"/>
                </a:lnTo>
                <a:lnTo>
                  <a:pt x="29" y="480"/>
                </a:lnTo>
                <a:lnTo>
                  <a:pt x="31" y="468"/>
                </a:lnTo>
                <a:lnTo>
                  <a:pt x="33" y="465"/>
                </a:lnTo>
                <a:lnTo>
                  <a:pt x="33" y="466"/>
                </a:lnTo>
                <a:lnTo>
                  <a:pt x="34" y="463"/>
                </a:lnTo>
                <a:lnTo>
                  <a:pt x="34" y="488"/>
                </a:lnTo>
                <a:lnTo>
                  <a:pt x="36" y="463"/>
                </a:lnTo>
                <a:lnTo>
                  <a:pt x="36" y="451"/>
                </a:lnTo>
                <a:lnTo>
                  <a:pt x="38" y="449"/>
                </a:lnTo>
                <a:lnTo>
                  <a:pt x="40" y="449"/>
                </a:lnTo>
                <a:lnTo>
                  <a:pt x="42" y="453"/>
                </a:lnTo>
                <a:lnTo>
                  <a:pt x="42" y="457"/>
                </a:lnTo>
                <a:lnTo>
                  <a:pt x="42" y="459"/>
                </a:lnTo>
                <a:lnTo>
                  <a:pt x="46" y="514"/>
                </a:lnTo>
                <a:lnTo>
                  <a:pt x="44" y="549"/>
                </a:lnTo>
                <a:lnTo>
                  <a:pt x="42" y="538"/>
                </a:lnTo>
                <a:lnTo>
                  <a:pt x="42" y="547"/>
                </a:lnTo>
                <a:lnTo>
                  <a:pt x="42" y="553"/>
                </a:lnTo>
                <a:lnTo>
                  <a:pt x="42" y="547"/>
                </a:lnTo>
                <a:lnTo>
                  <a:pt x="38" y="507"/>
                </a:lnTo>
                <a:lnTo>
                  <a:pt x="36" y="478"/>
                </a:lnTo>
                <a:lnTo>
                  <a:pt x="36" y="513"/>
                </a:lnTo>
                <a:lnTo>
                  <a:pt x="44" y="616"/>
                </a:lnTo>
                <a:lnTo>
                  <a:pt x="44" y="637"/>
                </a:lnTo>
                <a:lnTo>
                  <a:pt x="44" y="634"/>
                </a:lnTo>
                <a:lnTo>
                  <a:pt x="40" y="616"/>
                </a:lnTo>
                <a:lnTo>
                  <a:pt x="42" y="628"/>
                </a:lnTo>
                <a:lnTo>
                  <a:pt x="42" y="632"/>
                </a:lnTo>
                <a:lnTo>
                  <a:pt x="40" y="620"/>
                </a:lnTo>
                <a:lnTo>
                  <a:pt x="36" y="597"/>
                </a:lnTo>
                <a:lnTo>
                  <a:pt x="36" y="586"/>
                </a:lnTo>
                <a:lnTo>
                  <a:pt x="36" y="589"/>
                </a:lnTo>
                <a:lnTo>
                  <a:pt x="34" y="576"/>
                </a:lnTo>
                <a:lnTo>
                  <a:pt x="33" y="570"/>
                </a:lnTo>
                <a:lnTo>
                  <a:pt x="34" y="582"/>
                </a:lnTo>
                <a:lnTo>
                  <a:pt x="36" y="599"/>
                </a:lnTo>
                <a:lnTo>
                  <a:pt x="38" y="618"/>
                </a:lnTo>
                <a:lnTo>
                  <a:pt x="42" y="637"/>
                </a:lnTo>
                <a:lnTo>
                  <a:pt x="40" y="637"/>
                </a:lnTo>
                <a:lnTo>
                  <a:pt x="40" y="632"/>
                </a:lnTo>
                <a:lnTo>
                  <a:pt x="40" y="637"/>
                </a:lnTo>
                <a:lnTo>
                  <a:pt x="38" y="635"/>
                </a:lnTo>
                <a:lnTo>
                  <a:pt x="38" y="632"/>
                </a:lnTo>
                <a:lnTo>
                  <a:pt x="36" y="616"/>
                </a:lnTo>
                <a:lnTo>
                  <a:pt x="34" y="599"/>
                </a:lnTo>
                <a:lnTo>
                  <a:pt x="36" y="605"/>
                </a:lnTo>
                <a:lnTo>
                  <a:pt x="36" y="610"/>
                </a:lnTo>
                <a:lnTo>
                  <a:pt x="34" y="605"/>
                </a:lnTo>
                <a:lnTo>
                  <a:pt x="36" y="620"/>
                </a:lnTo>
                <a:lnTo>
                  <a:pt x="38" y="635"/>
                </a:lnTo>
                <a:lnTo>
                  <a:pt x="34" y="634"/>
                </a:lnTo>
                <a:lnTo>
                  <a:pt x="33" y="620"/>
                </a:lnTo>
                <a:lnTo>
                  <a:pt x="29" y="589"/>
                </a:lnTo>
                <a:lnTo>
                  <a:pt x="33" y="624"/>
                </a:lnTo>
                <a:lnTo>
                  <a:pt x="29" y="591"/>
                </a:lnTo>
                <a:lnTo>
                  <a:pt x="31" y="610"/>
                </a:lnTo>
                <a:lnTo>
                  <a:pt x="29" y="605"/>
                </a:lnTo>
                <a:lnTo>
                  <a:pt x="31" y="616"/>
                </a:lnTo>
                <a:lnTo>
                  <a:pt x="33" y="634"/>
                </a:lnTo>
                <a:lnTo>
                  <a:pt x="31" y="634"/>
                </a:lnTo>
                <a:lnTo>
                  <a:pt x="29" y="635"/>
                </a:lnTo>
                <a:lnTo>
                  <a:pt x="29" y="637"/>
                </a:lnTo>
                <a:lnTo>
                  <a:pt x="33" y="643"/>
                </a:lnTo>
                <a:lnTo>
                  <a:pt x="34" y="651"/>
                </a:lnTo>
                <a:lnTo>
                  <a:pt x="33" y="655"/>
                </a:lnTo>
                <a:lnTo>
                  <a:pt x="29" y="655"/>
                </a:lnTo>
                <a:lnTo>
                  <a:pt x="21" y="647"/>
                </a:lnTo>
                <a:lnTo>
                  <a:pt x="15" y="643"/>
                </a:lnTo>
                <a:lnTo>
                  <a:pt x="13" y="645"/>
                </a:lnTo>
                <a:lnTo>
                  <a:pt x="8" y="618"/>
                </a:lnTo>
                <a:lnTo>
                  <a:pt x="10" y="618"/>
                </a:lnTo>
                <a:lnTo>
                  <a:pt x="13" y="614"/>
                </a:lnTo>
                <a:lnTo>
                  <a:pt x="17" y="610"/>
                </a:lnTo>
                <a:lnTo>
                  <a:pt x="13" y="601"/>
                </a:lnTo>
                <a:lnTo>
                  <a:pt x="10" y="607"/>
                </a:lnTo>
                <a:lnTo>
                  <a:pt x="8" y="616"/>
                </a:lnTo>
                <a:lnTo>
                  <a:pt x="0" y="582"/>
                </a:lnTo>
                <a:lnTo>
                  <a:pt x="0" y="584"/>
                </a:lnTo>
                <a:lnTo>
                  <a:pt x="8" y="626"/>
                </a:lnTo>
                <a:lnTo>
                  <a:pt x="10" y="630"/>
                </a:lnTo>
                <a:lnTo>
                  <a:pt x="8" y="632"/>
                </a:lnTo>
                <a:lnTo>
                  <a:pt x="2" y="605"/>
                </a:lnTo>
                <a:lnTo>
                  <a:pt x="6" y="626"/>
                </a:lnTo>
                <a:lnTo>
                  <a:pt x="6" y="637"/>
                </a:lnTo>
                <a:lnTo>
                  <a:pt x="6" y="635"/>
                </a:lnTo>
                <a:lnTo>
                  <a:pt x="4" y="634"/>
                </a:lnTo>
                <a:lnTo>
                  <a:pt x="0" y="632"/>
                </a:lnTo>
                <a:lnTo>
                  <a:pt x="0" y="635"/>
                </a:lnTo>
                <a:lnTo>
                  <a:pt x="4" y="641"/>
                </a:lnTo>
                <a:lnTo>
                  <a:pt x="4" y="643"/>
                </a:lnTo>
                <a:lnTo>
                  <a:pt x="2" y="649"/>
                </a:lnTo>
                <a:lnTo>
                  <a:pt x="0" y="649"/>
                </a:lnTo>
                <a:lnTo>
                  <a:pt x="0" y="653"/>
                </a:lnTo>
                <a:lnTo>
                  <a:pt x="0" y="655"/>
                </a:lnTo>
                <a:lnTo>
                  <a:pt x="0" y="1148"/>
                </a:lnTo>
                <a:lnTo>
                  <a:pt x="1542" y="1148"/>
                </a:lnTo>
                <a:lnTo>
                  <a:pt x="1532" y="1135"/>
                </a:lnTo>
                <a:lnTo>
                  <a:pt x="1530" y="1131"/>
                </a:lnTo>
                <a:lnTo>
                  <a:pt x="1530" y="1123"/>
                </a:lnTo>
                <a:lnTo>
                  <a:pt x="1532" y="1117"/>
                </a:lnTo>
                <a:lnTo>
                  <a:pt x="1536" y="1117"/>
                </a:lnTo>
                <a:lnTo>
                  <a:pt x="1542" y="1121"/>
                </a:lnTo>
                <a:lnTo>
                  <a:pt x="1549" y="1129"/>
                </a:lnTo>
                <a:lnTo>
                  <a:pt x="1553" y="1135"/>
                </a:lnTo>
                <a:lnTo>
                  <a:pt x="1555" y="1138"/>
                </a:lnTo>
                <a:lnTo>
                  <a:pt x="1555" y="1148"/>
                </a:lnTo>
                <a:lnTo>
                  <a:pt x="1570" y="1148"/>
                </a:lnTo>
                <a:lnTo>
                  <a:pt x="1565" y="1138"/>
                </a:lnTo>
                <a:lnTo>
                  <a:pt x="1561" y="1123"/>
                </a:lnTo>
                <a:lnTo>
                  <a:pt x="1563" y="1119"/>
                </a:lnTo>
                <a:lnTo>
                  <a:pt x="1565" y="1115"/>
                </a:lnTo>
                <a:lnTo>
                  <a:pt x="1563" y="1114"/>
                </a:lnTo>
                <a:lnTo>
                  <a:pt x="1561" y="1115"/>
                </a:lnTo>
                <a:lnTo>
                  <a:pt x="1561" y="1112"/>
                </a:lnTo>
                <a:lnTo>
                  <a:pt x="1561" y="1104"/>
                </a:lnTo>
                <a:lnTo>
                  <a:pt x="1565" y="1104"/>
                </a:lnTo>
                <a:lnTo>
                  <a:pt x="1563" y="1098"/>
                </a:lnTo>
                <a:lnTo>
                  <a:pt x="1561" y="1094"/>
                </a:lnTo>
                <a:lnTo>
                  <a:pt x="1557" y="1083"/>
                </a:lnTo>
                <a:lnTo>
                  <a:pt x="1561" y="1079"/>
                </a:lnTo>
                <a:lnTo>
                  <a:pt x="1557" y="1079"/>
                </a:lnTo>
                <a:lnTo>
                  <a:pt x="1557" y="1077"/>
                </a:lnTo>
                <a:lnTo>
                  <a:pt x="1559" y="1077"/>
                </a:lnTo>
                <a:lnTo>
                  <a:pt x="1561" y="1075"/>
                </a:lnTo>
                <a:lnTo>
                  <a:pt x="1561" y="1073"/>
                </a:lnTo>
                <a:lnTo>
                  <a:pt x="1561" y="1075"/>
                </a:lnTo>
                <a:lnTo>
                  <a:pt x="1561" y="1073"/>
                </a:lnTo>
                <a:lnTo>
                  <a:pt x="1559" y="1073"/>
                </a:lnTo>
                <a:lnTo>
                  <a:pt x="1557" y="1073"/>
                </a:lnTo>
                <a:lnTo>
                  <a:pt x="1557" y="1071"/>
                </a:lnTo>
                <a:lnTo>
                  <a:pt x="1555" y="1075"/>
                </a:lnTo>
                <a:lnTo>
                  <a:pt x="1553" y="1077"/>
                </a:lnTo>
                <a:lnTo>
                  <a:pt x="1551" y="1079"/>
                </a:lnTo>
                <a:lnTo>
                  <a:pt x="1553" y="1069"/>
                </a:lnTo>
                <a:lnTo>
                  <a:pt x="1555" y="1066"/>
                </a:lnTo>
                <a:lnTo>
                  <a:pt x="1559" y="1062"/>
                </a:lnTo>
                <a:lnTo>
                  <a:pt x="1557" y="1056"/>
                </a:lnTo>
                <a:lnTo>
                  <a:pt x="1555" y="1048"/>
                </a:lnTo>
                <a:lnTo>
                  <a:pt x="1555" y="1033"/>
                </a:lnTo>
                <a:lnTo>
                  <a:pt x="1553" y="1037"/>
                </a:lnTo>
                <a:lnTo>
                  <a:pt x="1555" y="1031"/>
                </a:lnTo>
                <a:lnTo>
                  <a:pt x="1563" y="1025"/>
                </a:lnTo>
                <a:lnTo>
                  <a:pt x="1565" y="1021"/>
                </a:lnTo>
                <a:lnTo>
                  <a:pt x="1565" y="1019"/>
                </a:lnTo>
                <a:lnTo>
                  <a:pt x="1555" y="1018"/>
                </a:lnTo>
                <a:lnTo>
                  <a:pt x="1557" y="1016"/>
                </a:lnTo>
                <a:lnTo>
                  <a:pt x="1557" y="1014"/>
                </a:lnTo>
                <a:lnTo>
                  <a:pt x="1555" y="1012"/>
                </a:lnTo>
                <a:lnTo>
                  <a:pt x="1553" y="1008"/>
                </a:lnTo>
                <a:lnTo>
                  <a:pt x="1553" y="1004"/>
                </a:lnTo>
                <a:lnTo>
                  <a:pt x="1551" y="1006"/>
                </a:lnTo>
                <a:lnTo>
                  <a:pt x="1551" y="1010"/>
                </a:lnTo>
                <a:lnTo>
                  <a:pt x="1549" y="1016"/>
                </a:lnTo>
                <a:lnTo>
                  <a:pt x="1547" y="1002"/>
                </a:lnTo>
                <a:lnTo>
                  <a:pt x="1555" y="977"/>
                </a:lnTo>
                <a:lnTo>
                  <a:pt x="1559" y="962"/>
                </a:lnTo>
                <a:lnTo>
                  <a:pt x="1582" y="960"/>
                </a:lnTo>
                <a:lnTo>
                  <a:pt x="1624" y="956"/>
                </a:lnTo>
                <a:lnTo>
                  <a:pt x="1624" y="954"/>
                </a:lnTo>
                <a:lnTo>
                  <a:pt x="1622" y="954"/>
                </a:lnTo>
                <a:lnTo>
                  <a:pt x="1617" y="954"/>
                </a:lnTo>
                <a:lnTo>
                  <a:pt x="1609" y="956"/>
                </a:lnTo>
                <a:lnTo>
                  <a:pt x="1594" y="958"/>
                </a:lnTo>
                <a:lnTo>
                  <a:pt x="1592" y="958"/>
                </a:lnTo>
                <a:lnTo>
                  <a:pt x="1590" y="956"/>
                </a:lnTo>
                <a:lnTo>
                  <a:pt x="1588" y="956"/>
                </a:lnTo>
                <a:lnTo>
                  <a:pt x="1574" y="958"/>
                </a:lnTo>
                <a:lnTo>
                  <a:pt x="1563" y="960"/>
                </a:lnTo>
                <a:lnTo>
                  <a:pt x="1559" y="958"/>
                </a:lnTo>
                <a:lnTo>
                  <a:pt x="1561" y="935"/>
                </a:lnTo>
                <a:lnTo>
                  <a:pt x="1561" y="925"/>
                </a:lnTo>
                <a:lnTo>
                  <a:pt x="1563" y="916"/>
                </a:lnTo>
                <a:lnTo>
                  <a:pt x="1565" y="904"/>
                </a:lnTo>
                <a:lnTo>
                  <a:pt x="1561" y="898"/>
                </a:lnTo>
                <a:lnTo>
                  <a:pt x="1561" y="900"/>
                </a:lnTo>
                <a:lnTo>
                  <a:pt x="1559" y="906"/>
                </a:lnTo>
                <a:lnTo>
                  <a:pt x="1557" y="929"/>
                </a:lnTo>
                <a:lnTo>
                  <a:pt x="1557" y="950"/>
                </a:lnTo>
                <a:lnTo>
                  <a:pt x="1542" y="946"/>
                </a:lnTo>
                <a:lnTo>
                  <a:pt x="1536" y="946"/>
                </a:lnTo>
                <a:lnTo>
                  <a:pt x="1538" y="946"/>
                </a:lnTo>
                <a:lnTo>
                  <a:pt x="1536" y="946"/>
                </a:lnTo>
                <a:lnTo>
                  <a:pt x="1534" y="946"/>
                </a:lnTo>
                <a:lnTo>
                  <a:pt x="1536" y="941"/>
                </a:lnTo>
                <a:lnTo>
                  <a:pt x="1536" y="939"/>
                </a:lnTo>
                <a:lnTo>
                  <a:pt x="1536" y="937"/>
                </a:lnTo>
                <a:lnTo>
                  <a:pt x="1534" y="937"/>
                </a:lnTo>
                <a:lnTo>
                  <a:pt x="1532" y="939"/>
                </a:lnTo>
                <a:lnTo>
                  <a:pt x="1532" y="937"/>
                </a:lnTo>
                <a:lnTo>
                  <a:pt x="1536" y="935"/>
                </a:lnTo>
                <a:lnTo>
                  <a:pt x="1536" y="933"/>
                </a:lnTo>
                <a:lnTo>
                  <a:pt x="1536" y="931"/>
                </a:lnTo>
                <a:lnTo>
                  <a:pt x="1540" y="929"/>
                </a:lnTo>
                <a:lnTo>
                  <a:pt x="1536" y="927"/>
                </a:lnTo>
                <a:lnTo>
                  <a:pt x="1540" y="925"/>
                </a:lnTo>
                <a:lnTo>
                  <a:pt x="1536" y="923"/>
                </a:lnTo>
                <a:lnTo>
                  <a:pt x="1538" y="922"/>
                </a:lnTo>
                <a:lnTo>
                  <a:pt x="1538" y="920"/>
                </a:lnTo>
                <a:lnTo>
                  <a:pt x="1538" y="916"/>
                </a:lnTo>
                <a:lnTo>
                  <a:pt x="1538" y="918"/>
                </a:lnTo>
                <a:lnTo>
                  <a:pt x="1538" y="916"/>
                </a:lnTo>
                <a:lnTo>
                  <a:pt x="1540" y="914"/>
                </a:lnTo>
                <a:lnTo>
                  <a:pt x="1540" y="910"/>
                </a:lnTo>
                <a:lnTo>
                  <a:pt x="1538" y="908"/>
                </a:lnTo>
                <a:lnTo>
                  <a:pt x="1536" y="910"/>
                </a:lnTo>
                <a:lnTo>
                  <a:pt x="1538" y="910"/>
                </a:lnTo>
                <a:lnTo>
                  <a:pt x="1536" y="914"/>
                </a:lnTo>
                <a:lnTo>
                  <a:pt x="1534" y="914"/>
                </a:lnTo>
                <a:lnTo>
                  <a:pt x="1530" y="914"/>
                </a:lnTo>
                <a:lnTo>
                  <a:pt x="1532" y="912"/>
                </a:lnTo>
                <a:lnTo>
                  <a:pt x="1530" y="912"/>
                </a:lnTo>
                <a:lnTo>
                  <a:pt x="1530" y="906"/>
                </a:lnTo>
                <a:lnTo>
                  <a:pt x="1530" y="902"/>
                </a:lnTo>
                <a:lnTo>
                  <a:pt x="1532" y="898"/>
                </a:lnTo>
                <a:lnTo>
                  <a:pt x="1530" y="898"/>
                </a:lnTo>
                <a:lnTo>
                  <a:pt x="1534" y="895"/>
                </a:lnTo>
                <a:lnTo>
                  <a:pt x="1534" y="891"/>
                </a:lnTo>
                <a:lnTo>
                  <a:pt x="1528" y="897"/>
                </a:lnTo>
                <a:lnTo>
                  <a:pt x="1530" y="891"/>
                </a:lnTo>
                <a:lnTo>
                  <a:pt x="1532" y="883"/>
                </a:lnTo>
                <a:lnTo>
                  <a:pt x="1530" y="883"/>
                </a:lnTo>
                <a:lnTo>
                  <a:pt x="1530" y="881"/>
                </a:lnTo>
                <a:lnTo>
                  <a:pt x="1530" y="879"/>
                </a:lnTo>
                <a:lnTo>
                  <a:pt x="1532" y="874"/>
                </a:lnTo>
                <a:lnTo>
                  <a:pt x="1536" y="864"/>
                </a:lnTo>
                <a:lnTo>
                  <a:pt x="1540" y="862"/>
                </a:lnTo>
                <a:lnTo>
                  <a:pt x="1544" y="862"/>
                </a:lnTo>
                <a:lnTo>
                  <a:pt x="1546" y="860"/>
                </a:lnTo>
                <a:lnTo>
                  <a:pt x="1538" y="856"/>
                </a:lnTo>
                <a:lnTo>
                  <a:pt x="1536" y="852"/>
                </a:lnTo>
                <a:lnTo>
                  <a:pt x="1540" y="845"/>
                </a:lnTo>
                <a:lnTo>
                  <a:pt x="1540" y="843"/>
                </a:lnTo>
                <a:lnTo>
                  <a:pt x="1538" y="843"/>
                </a:lnTo>
                <a:lnTo>
                  <a:pt x="1532" y="847"/>
                </a:lnTo>
                <a:lnTo>
                  <a:pt x="1528" y="841"/>
                </a:lnTo>
                <a:lnTo>
                  <a:pt x="1530" y="839"/>
                </a:lnTo>
                <a:lnTo>
                  <a:pt x="1534" y="837"/>
                </a:lnTo>
                <a:lnTo>
                  <a:pt x="1532" y="835"/>
                </a:lnTo>
                <a:lnTo>
                  <a:pt x="1526" y="831"/>
                </a:lnTo>
                <a:lnTo>
                  <a:pt x="1522" y="829"/>
                </a:lnTo>
                <a:lnTo>
                  <a:pt x="1524" y="824"/>
                </a:lnTo>
                <a:lnTo>
                  <a:pt x="1526" y="822"/>
                </a:lnTo>
                <a:lnTo>
                  <a:pt x="1530" y="822"/>
                </a:lnTo>
                <a:lnTo>
                  <a:pt x="1532" y="824"/>
                </a:lnTo>
                <a:lnTo>
                  <a:pt x="1534" y="827"/>
                </a:lnTo>
                <a:lnTo>
                  <a:pt x="1536" y="826"/>
                </a:lnTo>
                <a:lnTo>
                  <a:pt x="1532" y="820"/>
                </a:lnTo>
                <a:lnTo>
                  <a:pt x="1532" y="818"/>
                </a:lnTo>
                <a:lnTo>
                  <a:pt x="1530" y="814"/>
                </a:lnTo>
                <a:lnTo>
                  <a:pt x="1530" y="812"/>
                </a:lnTo>
                <a:lnTo>
                  <a:pt x="1532" y="812"/>
                </a:lnTo>
                <a:lnTo>
                  <a:pt x="1534" y="810"/>
                </a:lnTo>
                <a:lnTo>
                  <a:pt x="1534" y="808"/>
                </a:lnTo>
                <a:lnTo>
                  <a:pt x="1532" y="806"/>
                </a:lnTo>
                <a:lnTo>
                  <a:pt x="1528" y="806"/>
                </a:lnTo>
                <a:lnTo>
                  <a:pt x="1530" y="801"/>
                </a:lnTo>
                <a:lnTo>
                  <a:pt x="1532" y="799"/>
                </a:lnTo>
                <a:lnTo>
                  <a:pt x="1536" y="799"/>
                </a:lnTo>
                <a:lnTo>
                  <a:pt x="1544" y="797"/>
                </a:lnTo>
                <a:lnTo>
                  <a:pt x="1547" y="795"/>
                </a:lnTo>
                <a:lnTo>
                  <a:pt x="1549" y="793"/>
                </a:lnTo>
                <a:lnTo>
                  <a:pt x="1546" y="781"/>
                </a:lnTo>
                <a:lnTo>
                  <a:pt x="1546" y="774"/>
                </a:lnTo>
                <a:lnTo>
                  <a:pt x="1547" y="774"/>
                </a:lnTo>
                <a:lnTo>
                  <a:pt x="1551" y="774"/>
                </a:lnTo>
                <a:lnTo>
                  <a:pt x="1557" y="770"/>
                </a:lnTo>
                <a:lnTo>
                  <a:pt x="1563" y="762"/>
                </a:lnTo>
                <a:lnTo>
                  <a:pt x="1565" y="758"/>
                </a:lnTo>
                <a:lnTo>
                  <a:pt x="1563" y="760"/>
                </a:lnTo>
                <a:lnTo>
                  <a:pt x="1559" y="758"/>
                </a:lnTo>
                <a:lnTo>
                  <a:pt x="1551" y="753"/>
                </a:lnTo>
                <a:lnTo>
                  <a:pt x="1557" y="737"/>
                </a:lnTo>
                <a:lnTo>
                  <a:pt x="1561" y="728"/>
                </a:lnTo>
                <a:lnTo>
                  <a:pt x="1563" y="722"/>
                </a:lnTo>
                <a:lnTo>
                  <a:pt x="1565" y="722"/>
                </a:lnTo>
                <a:lnTo>
                  <a:pt x="1572" y="720"/>
                </a:lnTo>
                <a:lnTo>
                  <a:pt x="1574" y="720"/>
                </a:lnTo>
                <a:lnTo>
                  <a:pt x="1574" y="716"/>
                </a:lnTo>
                <a:lnTo>
                  <a:pt x="1572" y="708"/>
                </a:lnTo>
                <a:lnTo>
                  <a:pt x="1567" y="699"/>
                </a:lnTo>
                <a:lnTo>
                  <a:pt x="1567" y="714"/>
                </a:lnTo>
                <a:lnTo>
                  <a:pt x="1565" y="718"/>
                </a:lnTo>
                <a:lnTo>
                  <a:pt x="1563" y="705"/>
                </a:lnTo>
                <a:lnTo>
                  <a:pt x="1563" y="697"/>
                </a:lnTo>
                <a:lnTo>
                  <a:pt x="1563" y="691"/>
                </a:lnTo>
                <a:lnTo>
                  <a:pt x="1567" y="682"/>
                </a:lnTo>
                <a:lnTo>
                  <a:pt x="1572" y="685"/>
                </a:lnTo>
                <a:lnTo>
                  <a:pt x="1576" y="687"/>
                </a:lnTo>
                <a:lnTo>
                  <a:pt x="1580" y="687"/>
                </a:lnTo>
                <a:lnTo>
                  <a:pt x="1586" y="683"/>
                </a:lnTo>
                <a:lnTo>
                  <a:pt x="1588" y="678"/>
                </a:lnTo>
                <a:lnTo>
                  <a:pt x="1586" y="672"/>
                </a:lnTo>
                <a:lnTo>
                  <a:pt x="1576" y="660"/>
                </a:lnTo>
                <a:lnTo>
                  <a:pt x="1574" y="657"/>
                </a:lnTo>
                <a:lnTo>
                  <a:pt x="1580" y="658"/>
                </a:lnTo>
                <a:lnTo>
                  <a:pt x="1586" y="664"/>
                </a:lnTo>
                <a:lnTo>
                  <a:pt x="1590" y="670"/>
                </a:lnTo>
                <a:lnTo>
                  <a:pt x="1592" y="672"/>
                </a:lnTo>
                <a:lnTo>
                  <a:pt x="1594" y="670"/>
                </a:lnTo>
                <a:lnTo>
                  <a:pt x="1597" y="666"/>
                </a:lnTo>
                <a:lnTo>
                  <a:pt x="1603" y="662"/>
                </a:lnTo>
                <a:lnTo>
                  <a:pt x="1605" y="658"/>
                </a:lnTo>
                <a:lnTo>
                  <a:pt x="1605" y="657"/>
                </a:lnTo>
                <a:lnTo>
                  <a:pt x="1601" y="653"/>
                </a:lnTo>
                <a:lnTo>
                  <a:pt x="1597" y="649"/>
                </a:lnTo>
                <a:lnTo>
                  <a:pt x="1595" y="649"/>
                </a:lnTo>
                <a:lnTo>
                  <a:pt x="1594" y="651"/>
                </a:lnTo>
                <a:lnTo>
                  <a:pt x="1592" y="651"/>
                </a:lnTo>
                <a:lnTo>
                  <a:pt x="1588" y="649"/>
                </a:lnTo>
                <a:lnTo>
                  <a:pt x="1580" y="637"/>
                </a:lnTo>
                <a:lnTo>
                  <a:pt x="1580" y="634"/>
                </a:lnTo>
                <a:lnTo>
                  <a:pt x="1582" y="628"/>
                </a:lnTo>
                <a:lnTo>
                  <a:pt x="1588" y="626"/>
                </a:lnTo>
                <a:lnTo>
                  <a:pt x="1590" y="626"/>
                </a:lnTo>
                <a:lnTo>
                  <a:pt x="1594" y="626"/>
                </a:lnTo>
                <a:lnTo>
                  <a:pt x="1599" y="622"/>
                </a:lnTo>
                <a:lnTo>
                  <a:pt x="1613" y="609"/>
                </a:lnTo>
                <a:lnTo>
                  <a:pt x="1617" y="603"/>
                </a:lnTo>
                <a:lnTo>
                  <a:pt x="1615" y="597"/>
                </a:lnTo>
                <a:lnTo>
                  <a:pt x="1611" y="591"/>
                </a:lnTo>
                <a:lnTo>
                  <a:pt x="1607" y="587"/>
                </a:lnTo>
                <a:lnTo>
                  <a:pt x="1605" y="587"/>
                </a:lnTo>
                <a:lnTo>
                  <a:pt x="1607" y="576"/>
                </a:lnTo>
                <a:lnTo>
                  <a:pt x="1605" y="561"/>
                </a:lnTo>
                <a:lnTo>
                  <a:pt x="1607" y="553"/>
                </a:lnTo>
                <a:lnTo>
                  <a:pt x="1611" y="545"/>
                </a:lnTo>
                <a:lnTo>
                  <a:pt x="1613" y="538"/>
                </a:lnTo>
                <a:lnTo>
                  <a:pt x="1613" y="534"/>
                </a:lnTo>
                <a:lnTo>
                  <a:pt x="1613" y="528"/>
                </a:lnTo>
                <a:lnTo>
                  <a:pt x="1611" y="522"/>
                </a:lnTo>
                <a:lnTo>
                  <a:pt x="1609" y="520"/>
                </a:lnTo>
                <a:lnTo>
                  <a:pt x="1605" y="520"/>
                </a:lnTo>
                <a:lnTo>
                  <a:pt x="1601" y="522"/>
                </a:lnTo>
                <a:lnTo>
                  <a:pt x="1597" y="522"/>
                </a:lnTo>
                <a:lnTo>
                  <a:pt x="1595" y="518"/>
                </a:lnTo>
                <a:lnTo>
                  <a:pt x="1595" y="513"/>
                </a:lnTo>
                <a:lnTo>
                  <a:pt x="1595" y="509"/>
                </a:lnTo>
                <a:lnTo>
                  <a:pt x="1597" y="503"/>
                </a:lnTo>
                <a:lnTo>
                  <a:pt x="1594" y="493"/>
                </a:lnTo>
                <a:lnTo>
                  <a:pt x="1590" y="490"/>
                </a:lnTo>
                <a:lnTo>
                  <a:pt x="1584" y="490"/>
                </a:lnTo>
                <a:lnTo>
                  <a:pt x="1584" y="491"/>
                </a:lnTo>
                <a:lnTo>
                  <a:pt x="1582" y="495"/>
                </a:lnTo>
                <a:lnTo>
                  <a:pt x="1580" y="507"/>
                </a:lnTo>
                <a:lnTo>
                  <a:pt x="1576" y="518"/>
                </a:lnTo>
                <a:lnTo>
                  <a:pt x="1576" y="522"/>
                </a:lnTo>
                <a:lnTo>
                  <a:pt x="1578" y="526"/>
                </a:lnTo>
                <a:lnTo>
                  <a:pt x="1586" y="528"/>
                </a:lnTo>
                <a:lnTo>
                  <a:pt x="1592" y="532"/>
                </a:lnTo>
                <a:lnTo>
                  <a:pt x="1592" y="536"/>
                </a:lnTo>
                <a:lnTo>
                  <a:pt x="1592" y="541"/>
                </a:lnTo>
                <a:lnTo>
                  <a:pt x="1588" y="539"/>
                </a:lnTo>
                <a:lnTo>
                  <a:pt x="1588" y="541"/>
                </a:lnTo>
                <a:lnTo>
                  <a:pt x="1590" y="543"/>
                </a:lnTo>
                <a:lnTo>
                  <a:pt x="1588" y="545"/>
                </a:lnTo>
                <a:lnTo>
                  <a:pt x="1586" y="545"/>
                </a:lnTo>
                <a:lnTo>
                  <a:pt x="1588" y="547"/>
                </a:lnTo>
                <a:lnTo>
                  <a:pt x="1588" y="549"/>
                </a:lnTo>
                <a:lnTo>
                  <a:pt x="1584" y="547"/>
                </a:lnTo>
                <a:lnTo>
                  <a:pt x="1586" y="551"/>
                </a:lnTo>
                <a:lnTo>
                  <a:pt x="1586" y="553"/>
                </a:lnTo>
                <a:lnTo>
                  <a:pt x="1582" y="551"/>
                </a:lnTo>
                <a:lnTo>
                  <a:pt x="1582" y="549"/>
                </a:lnTo>
                <a:lnTo>
                  <a:pt x="1582" y="545"/>
                </a:lnTo>
                <a:lnTo>
                  <a:pt x="1582" y="543"/>
                </a:lnTo>
                <a:lnTo>
                  <a:pt x="1580" y="543"/>
                </a:lnTo>
                <a:lnTo>
                  <a:pt x="1580" y="545"/>
                </a:lnTo>
                <a:lnTo>
                  <a:pt x="1578" y="547"/>
                </a:lnTo>
                <a:lnTo>
                  <a:pt x="1576" y="549"/>
                </a:lnTo>
                <a:lnTo>
                  <a:pt x="1578" y="551"/>
                </a:lnTo>
                <a:lnTo>
                  <a:pt x="1580" y="553"/>
                </a:lnTo>
                <a:lnTo>
                  <a:pt x="1582" y="555"/>
                </a:lnTo>
                <a:lnTo>
                  <a:pt x="1582" y="557"/>
                </a:lnTo>
                <a:lnTo>
                  <a:pt x="1580" y="557"/>
                </a:lnTo>
                <a:lnTo>
                  <a:pt x="1578" y="555"/>
                </a:lnTo>
                <a:lnTo>
                  <a:pt x="1576" y="551"/>
                </a:lnTo>
                <a:lnTo>
                  <a:pt x="1572" y="547"/>
                </a:lnTo>
                <a:lnTo>
                  <a:pt x="1572" y="549"/>
                </a:lnTo>
                <a:lnTo>
                  <a:pt x="1576" y="553"/>
                </a:lnTo>
                <a:lnTo>
                  <a:pt x="1576" y="557"/>
                </a:lnTo>
                <a:lnTo>
                  <a:pt x="1569" y="559"/>
                </a:lnTo>
                <a:lnTo>
                  <a:pt x="1565" y="561"/>
                </a:lnTo>
                <a:lnTo>
                  <a:pt x="1563" y="549"/>
                </a:lnTo>
                <a:lnTo>
                  <a:pt x="1565" y="541"/>
                </a:lnTo>
                <a:lnTo>
                  <a:pt x="1565" y="526"/>
                </a:lnTo>
                <a:lnTo>
                  <a:pt x="1565" y="522"/>
                </a:lnTo>
                <a:lnTo>
                  <a:pt x="1563" y="522"/>
                </a:lnTo>
                <a:lnTo>
                  <a:pt x="1561" y="530"/>
                </a:lnTo>
                <a:lnTo>
                  <a:pt x="1561" y="536"/>
                </a:lnTo>
                <a:lnTo>
                  <a:pt x="1561" y="547"/>
                </a:lnTo>
                <a:lnTo>
                  <a:pt x="1561" y="555"/>
                </a:lnTo>
                <a:lnTo>
                  <a:pt x="1561" y="557"/>
                </a:lnTo>
                <a:lnTo>
                  <a:pt x="1559" y="557"/>
                </a:lnTo>
                <a:lnTo>
                  <a:pt x="1557" y="549"/>
                </a:lnTo>
                <a:lnTo>
                  <a:pt x="1557" y="545"/>
                </a:lnTo>
                <a:lnTo>
                  <a:pt x="1557" y="547"/>
                </a:lnTo>
                <a:lnTo>
                  <a:pt x="1555" y="553"/>
                </a:lnTo>
                <a:lnTo>
                  <a:pt x="1559" y="559"/>
                </a:lnTo>
                <a:lnTo>
                  <a:pt x="1561" y="572"/>
                </a:lnTo>
                <a:lnTo>
                  <a:pt x="1555" y="553"/>
                </a:lnTo>
                <a:lnTo>
                  <a:pt x="1551" y="534"/>
                </a:lnTo>
                <a:lnTo>
                  <a:pt x="1549" y="520"/>
                </a:lnTo>
                <a:lnTo>
                  <a:pt x="1547" y="511"/>
                </a:lnTo>
                <a:lnTo>
                  <a:pt x="1547" y="499"/>
                </a:lnTo>
                <a:lnTo>
                  <a:pt x="1546" y="488"/>
                </a:lnTo>
                <a:lnTo>
                  <a:pt x="1546" y="503"/>
                </a:lnTo>
                <a:lnTo>
                  <a:pt x="1546" y="499"/>
                </a:lnTo>
                <a:lnTo>
                  <a:pt x="1546" y="484"/>
                </a:lnTo>
                <a:lnTo>
                  <a:pt x="1546" y="486"/>
                </a:lnTo>
                <a:lnTo>
                  <a:pt x="1544" y="484"/>
                </a:lnTo>
                <a:lnTo>
                  <a:pt x="1544" y="478"/>
                </a:lnTo>
                <a:lnTo>
                  <a:pt x="1544" y="482"/>
                </a:lnTo>
                <a:lnTo>
                  <a:pt x="1542" y="461"/>
                </a:lnTo>
                <a:lnTo>
                  <a:pt x="1542" y="459"/>
                </a:lnTo>
                <a:lnTo>
                  <a:pt x="1540" y="461"/>
                </a:lnTo>
                <a:lnTo>
                  <a:pt x="1540" y="463"/>
                </a:lnTo>
                <a:lnTo>
                  <a:pt x="1540" y="468"/>
                </a:lnTo>
                <a:lnTo>
                  <a:pt x="1540" y="461"/>
                </a:lnTo>
                <a:lnTo>
                  <a:pt x="1540" y="453"/>
                </a:lnTo>
                <a:lnTo>
                  <a:pt x="1538" y="442"/>
                </a:lnTo>
                <a:lnTo>
                  <a:pt x="1538" y="438"/>
                </a:lnTo>
                <a:lnTo>
                  <a:pt x="1536" y="434"/>
                </a:lnTo>
                <a:lnTo>
                  <a:pt x="1536" y="438"/>
                </a:lnTo>
                <a:lnTo>
                  <a:pt x="1534" y="453"/>
                </a:lnTo>
                <a:lnTo>
                  <a:pt x="1534" y="466"/>
                </a:lnTo>
                <a:lnTo>
                  <a:pt x="1534" y="482"/>
                </a:lnTo>
                <a:lnTo>
                  <a:pt x="1534" y="486"/>
                </a:lnTo>
                <a:lnTo>
                  <a:pt x="1536" y="472"/>
                </a:lnTo>
                <a:lnTo>
                  <a:pt x="1538" y="465"/>
                </a:lnTo>
                <a:lnTo>
                  <a:pt x="1538" y="472"/>
                </a:lnTo>
                <a:lnTo>
                  <a:pt x="1538" y="480"/>
                </a:lnTo>
                <a:lnTo>
                  <a:pt x="1540" y="476"/>
                </a:lnTo>
                <a:lnTo>
                  <a:pt x="1540" y="478"/>
                </a:lnTo>
                <a:lnTo>
                  <a:pt x="1540" y="486"/>
                </a:lnTo>
                <a:lnTo>
                  <a:pt x="1538" y="490"/>
                </a:lnTo>
                <a:lnTo>
                  <a:pt x="1538" y="480"/>
                </a:lnTo>
                <a:lnTo>
                  <a:pt x="1538" y="476"/>
                </a:lnTo>
                <a:lnTo>
                  <a:pt x="1538" y="480"/>
                </a:lnTo>
                <a:lnTo>
                  <a:pt x="1536" y="497"/>
                </a:lnTo>
                <a:lnTo>
                  <a:pt x="1536" y="507"/>
                </a:lnTo>
                <a:lnTo>
                  <a:pt x="1540" y="511"/>
                </a:lnTo>
                <a:lnTo>
                  <a:pt x="1542" y="513"/>
                </a:lnTo>
                <a:lnTo>
                  <a:pt x="1546" y="513"/>
                </a:lnTo>
                <a:lnTo>
                  <a:pt x="1546" y="522"/>
                </a:lnTo>
                <a:lnTo>
                  <a:pt x="1544" y="530"/>
                </a:lnTo>
                <a:lnTo>
                  <a:pt x="1538" y="514"/>
                </a:lnTo>
                <a:lnTo>
                  <a:pt x="1542" y="557"/>
                </a:lnTo>
                <a:lnTo>
                  <a:pt x="1546" y="618"/>
                </a:lnTo>
                <a:lnTo>
                  <a:pt x="1546" y="639"/>
                </a:lnTo>
                <a:lnTo>
                  <a:pt x="1540" y="566"/>
                </a:lnTo>
                <a:lnTo>
                  <a:pt x="1536" y="511"/>
                </a:lnTo>
                <a:lnTo>
                  <a:pt x="1534" y="507"/>
                </a:lnTo>
                <a:lnTo>
                  <a:pt x="1530" y="497"/>
                </a:lnTo>
                <a:lnTo>
                  <a:pt x="1528" y="482"/>
                </a:lnTo>
                <a:lnTo>
                  <a:pt x="1528" y="468"/>
                </a:lnTo>
                <a:lnTo>
                  <a:pt x="1530" y="463"/>
                </a:lnTo>
                <a:lnTo>
                  <a:pt x="1528" y="447"/>
                </a:lnTo>
                <a:lnTo>
                  <a:pt x="1526" y="451"/>
                </a:lnTo>
                <a:lnTo>
                  <a:pt x="1526" y="447"/>
                </a:lnTo>
                <a:lnTo>
                  <a:pt x="1526" y="438"/>
                </a:lnTo>
                <a:lnTo>
                  <a:pt x="1524" y="430"/>
                </a:lnTo>
                <a:lnTo>
                  <a:pt x="1522" y="438"/>
                </a:lnTo>
                <a:lnTo>
                  <a:pt x="1522" y="451"/>
                </a:lnTo>
                <a:lnTo>
                  <a:pt x="1522" y="442"/>
                </a:lnTo>
                <a:lnTo>
                  <a:pt x="1522" y="443"/>
                </a:lnTo>
                <a:lnTo>
                  <a:pt x="1521" y="443"/>
                </a:lnTo>
                <a:lnTo>
                  <a:pt x="1522" y="440"/>
                </a:lnTo>
                <a:lnTo>
                  <a:pt x="1522" y="436"/>
                </a:lnTo>
                <a:lnTo>
                  <a:pt x="1521" y="420"/>
                </a:lnTo>
                <a:lnTo>
                  <a:pt x="1519" y="413"/>
                </a:lnTo>
                <a:lnTo>
                  <a:pt x="1519" y="417"/>
                </a:lnTo>
                <a:lnTo>
                  <a:pt x="1519" y="407"/>
                </a:lnTo>
                <a:lnTo>
                  <a:pt x="1517" y="392"/>
                </a:lnTo>
                <a:lnTo>
                  <a:pt x="1517" y="394"/>
                </a:lnTo>
                <a:lnTo>
                  <a:pt x="1519" y="409"/>
                </a:lnTo>
                <a:lnTo>
                  <a:pt x="1519" y="442"/>
                </a:lnTo>
                <a:lnTo>
                  <a:pt x="1519" y="449"/>
                </a:lnTo>
                <a:lnTo>
                  <a:pt x="1521" y="445"/>
                </a:lnTo>
                <a:lnTo>
                  <a:pt x="1521" y="453"/>
                </a:lnTo>
                <a:lnTo>
                  <a:pt x="1521" y="436"/>
                </a:lnTo>
                <a:lnTo>
                  <a:pt x="1522" y="468"/>
                </a:lnTo>
                <a:lnTo>
                  <a:pt x="1524" y="503"/>
                </a:lnTo>
                <a:lnTo>
                  <a:pt x="1522" y="472"/>
                </a:lnTo>
                <a:lnTo>
                  <a:pt x="1522" y="466"/>
                </a:lnTo>
                <a:lnTo>
                  <a:pt x="1522" y="470"/>
                </a:lnTo>
                <a:lnTo>
                  <a:pt x="1522" y="490"/>
                </a:lnTo>
                <a:lnTo>
                  <a:pt x="1524" y="528"/>
                </a:lnTo>
                <a:lnTo>
                  <a:pt x="1526" y="534"/>
                </a:lnTo>
                <a:lnTo>
                  <a:pt x="1526" y="528"/>
                </a:lnTo>
                <a:lnTo>
                  <a:pt x="1524" y="516"/>
                </a:lnTo>
                <a:lnTo>
                  <a:pt x="1524" y="507"/>
                </a:lnTo>
                <a:lnTo>
                  <a:pt x="1526" y="514"/>
                </a:lnTo>
                <a:lnTo>
                  <a:pt x="1526" y="524"/>
                </a:lnTo>
                <a:lnTo>
                  <a:pt x="1526" y="538"/>
                </a:lnTo>
                <a:lnTo>
                  <a:pt x="1526" y="526"/>
                </a:lnTo>
                <a:lnTo>
                  <a:pt x="1526" y="547"/>
                </a:lnTo>
                <a:lnTo>
                  <a:pt x="1530" y="566"/>
                </a:lnTo>
                <a:lnTo>
                  <a:pt x="1530" y="568"/>
                </a:lnTo>
                <a:lnTo>
                  <a:pt x="1532" y="591"/>
                </a:lnTo>
                <a:lnTo>
                  <a:pt x="1526" y="557"/>
                </a:lnTo>
                <a:lnTo>
                  <a:pt x="1524" y="524"/>
                </a:lnTo>
                <a:lnTo>
                  <a:pt x="1522" y="505"/>
                </a:lnTo>
                <a:lnTo>
                  <a:pt x="1522" y="503"/>
                </a:lnTo>
                <a:lnTo>
                  <a:pt x="1522" y="495"/>
                </a:lnTo>
                <a:lnTo>
                  <a:pt x="1521" y="465"/>
                </a:lnTo>
                <a:lnTo>
                  <a:pt x="1521" y="488"/>
                </a:lnTo>
                <a:lnTo>
                  <a:pt x="1521" y="480"/>
                </a:lnTo>
                <a:lnTo>
                  <a:pt x="1519" y="451"/>
                </a:lnTo>
                <a:lnTo>
                  <a:pt x="1519" y="474"/>
                </a:lnTo>
                <a:lnTo>
                  <a:pt x="1519" y="470"/>
                </a:lnTo>
                <a:lnTo>
                  <a:pt x="1517" y="443"/>
                </a:lnTo>
                <a:lnTo>
                  <a:pt x="1517" y="447"/>
                </a:lnTo>
                <a:lnTo>
                  <a:pt x="1517" y="445"/>
                </a:lnTo>
                <a:lnTo>
                  <a:pt x="1515" y="436"/>
                </a:lnTo>
                <a:lnTo>
                  <a:pt x="1517" y="440"/>
                </a:lnTo>
                <a:lnTo>
                  <a:pt x="1513" y="407"/>
                </a:lnTo>
                <a:lnTo>
                  <a:pt x="1513" y="405"/>
                </a:lnTo>
                <a:lnTo>
                  <a:pt x="1513" y="407"/>
                </a:lnTo>
                <a:lnTo>
                  <a:pt x="1511" y="394"/>
                </a:lnTo>
                <a:lnTo>
                  <a:pt x="1511" y="382"/>
                </a:lnTo>
                <a:lnTo>
                  <a:pt x="1511" y="374"/>
                </a:lnTo>
                <a:lnTo>
                  <a:pt x="1507" y="369"/>
                </a:lnTo>
                <a:lnTo>
                  <a:pt x="1505" y="363"/>
                </a:lnTo>
                <a:lnTo>
                  <a:pt x="1507" y="376"/>
                </a:lnTo>
                <a:lnTo>
                  <a:pt x="1505" y="359"/>
                </a:lnTo>
                <a:lnTo>
                  <a:pt x="1503" y="357"/>
                </a:lnTo>
                <a:lnTo>
                  <a:pt x="1503" y="361"/>
                </a:lnTo>
                <a:lnTo>
                  <a:pt x="1503" y="353"/>
                </a:lnTo>
                <a:lnTo>
                  <a:pt x="1507" y="480"/>
                </a:lnTo>
                <a:lnTo>
                  <a:pt x="1501" y="338"/>
                </a:lnTo>
                <a:lnTo>
                  <a:pt x="1501" y="332"/>
                </a:lnTo>
                <a:lnTo>
                  <a:pt x="1501" y="305"/>
                </a:lnTo>
                <a:lnTo>
                  <a:pt x="1501" y="324"/>
                </a:lnTo>
                <a:lnTo>
                  <a:pt x="1503" y="280"/>
                </a:lnTo>
                <a:lnTo>
                  <a:pt x="1505" y="361"/>
                </a:lnTo>
                <a:lnTo>
                  <a:pt x="1507" y="369"/>
                </a:lnTo>
                <a:lnTo>
                  <a:pt x="1507" y="349"/>
                </a:lnTo>
                <a:lnTo>
                  <a:pt x="1505" y="330"/>
                </a:lnTo>
                <a:lnTo>
                  <a:pt x="1507" y="340"/>
                </a:lnTo>
                <a:lnTo>
                  <a:pt x="1511" y="369"/>
                </a:lnTo>
                <a:lnTo>
                  <a:pt x="1511" y="372"/>
                </a:lnTo>
                <a:lnTo>
                  <a:pt x="1505" y="305"/>
                </a:lnTo>
                <a:lnTo>
                  <a:pt x="1503" y="274"/>
                </a:lnTo>
                <a:lnTo>
                  <a:pt x="1505" y="299"/>
                </a:lnTo>
                <a:lnTo>
                  <a:pt x="1503" y="244"/>
                </a:lnTo>
                <a:lnTo>
                  <a:pt x="1503" y="240"/>
                </a:lnTo>
                <a:lnTo>
                  <a:pt x="1503" y="246"/>
                </a:lnTo>
                <a:lnTo>
                  <a:pt x="1503" y="261"/>
                </a:lnTo>
                <a:lnTo>
                  <a:pt x="1505" y="286"/>
                </a:lnTo>
                <a:lnTo>
                  <a:pt x="1505" y="290"/>
                </a:lnTo>
                <a:lnTo>
                  <a:pt x="1505" y="282"/>
                </a:lnTo>
                <a:lnTo>
                  <a:pt x="1507" y="305"/>
                </a:lnTo>
                <a:lnTo>
                  <a:pt x="1507" y="321"/>
                </a:lnTo>
                <a:lnTo>
                  <a:pt x="1507" y="326"/>
                </a:lnTo>
                <a:lnTo>
                  <a:pt x="1511" y="324"/>
                </a:lnTo>
                <a:lnTo>
                  <a:pt x="1511" y="326"/>
                </a:lnTo>
                <a:lnTo>
                  <a:pt x="1511" y="346"/>
                </a:lnTo>
                <a:lnTo>
                  <a:pt x="1513" y="365"/>
                </a:lnTo>
                <a:lnTo>
                  <a:pt x="1513" y="369"/>
                </a:lnTo>
                <a:lnTo>
                  <a:pt x="1513" y="365"/>
                </a:lnTo>
                <a:lnTo>
                  <a:pt x="1513" y="357"/>
                </a:lnTo>
                <a:lnTo>
                  <a:pt x="1511" y="326"/>
                </a:lnTo>
                <a:lnTo>
                  <a:pt x="1511" y="322"/>
                </a:lnTo>
                <a:lnTo>
                  <a:pt x="1513" y="347"/>
                </a:lnTo>
                <a:lnTo>
                  <a:pt x="1513" y="351"/>
                </a:lnTo>
                <a:lnTo>
                  <a:pt x="1513" y="349"/>
                </a:lnTo>
                <a:lnTo>
                  <a:pt x="1513" y="346"/>
                </a:lnTo>
                <a:lnTo>
                  <a:pt x="1513" y="363"/>
                </a:lnTo>
                <a:lnTo>
                  <a:pt x="1515" y="361"/>
                </a:lnTo>
                <a:lnTo>
                  <a:pt x="1515" y="346"/>
                </a:lnTo>
                <a:lnTo>
                  <a:pt x="1515" y="330"/>
                </a:lnTo>
                <a:lnTo>
                  <a:pt x="1515" y="332"/>
                </a:lnTo>
                <a:lnTo>
                  <a:pt x="1517" y="338"/>
                </a:lnTo>
                <a:lnTo>
                  <a:pt x="1517" y="361"/>
                </a:lnTo>
                <a:lnTo>
                  <a:pt x="1519" y="365"/>
                </a:lnTo>
                <a:lnTo>
                  <a:pt x="1519" y="363"/>
                </a:lnTo>
                <a:lnTo>
                  <a:pt x="1519" y="346"/>
                </a:lnTo>
                <a:lnTo>
                  <a:pt x="1519" y="311"/>
                </a:lnTo>
                <a:lnTo>
                  <a:pt x="1521" y="286"/>
                </a:lnTo>
                <a:lnTo>
                  <a:pt x="1521" y="282"/>
                </a:lnTo>
                <a:lnTo>
                  <a:pt x="1521" y="286"/>
                </a:lnTo>
                <a:lnTo>
                  <a:pt x="1522" y="305"/>
                </a:lnTo>
                <a:lnTo>
                  <a:pt x="1522" y="309"/>
                </a:lnTo>
                <a:lnTo>
                  <a:pt x="1524" y="303"/>
                </a:lnTo>
                <a:lnTo>
                  <a:pt x="1526" y="276"/>
                </a:lnTo>
                <a:lnTo>
                  <a:pt x="1521" y="263"/>
                </a:lnTo>
                <a:lnTo>
                  <a:pt x="1521" y="257"/>
                </a:lnTo>
                <a:lnTo>
                  <a:pt x="1522" y="255"/>
                </a:lnTo>
                <a:lnTo>
                  <a:pt x="1526" y="255"/>
                </a:lnTo>
                <a:lnTo>
                  <a:pt x="1530" y="255"/>
                </a:lnTo>
                <a:lnTo>
                  <a:pt x="1532" y="257"/>
                </a:lnTo>
                <a:lnTo>
                  <a:pt x="1538" y="263"/>
                </a:lnTo>
                <a:lnTo>
                  <a:pt x="1534" y="273"/>
                </a:lnTo>
                <a:lnTo>
                  <a:pt x="1530" y="280"/>
                </a:lnTo>
                <a:lnTo>
                  <a:pt x="1528" y="278"/>
                </a:lnTo>
                <a:lnTo>
                  <a:pt x="1526" y="294"/>
                </a:lnTo>
                <a:lnTo>
                  <a:pt x="1526" y="299"/>
                </a:lnTo>
                <a:lnTo>
                  <a:pt x="1528" y="298"/>
                </a:lnTo>
                <a:lnTo>
                  <a:pt x="1530" y="290"/>
                </a:lnTo>
                <a:lnTo>
                  <a:pt x="1530" y="298"/>
                </a:lnTo>
                <a:lnTo>
                  <a:pt x="1528" y="309"/>
                </a:lnTo>
                <a:lnTo>
                  <a:pt x="1524" y="322"/>
                </a:lnTo>
                <a:lnTo>
                  <a:pt x="1522" y="326"/>
                </a:lnTo>
                <a:lnTo>
                  <a:pt x="1524" y="326"/>
                </a:lnTo>
                <a:lnTo>
                  <a:pt x="1526" y="324"/>
                </a:lnTo>
                <a:lnTo>
                  <a:pt x="1528" y="324"/>
                </a:lnTo>
                <a:lnTo>
                  <a:pt x="1526" y="338"/>
                </a:lnTo>
                <a:lnTo>
                  <a:pt x="1524" y="347"/>
                </a:lnTo>
                <a:lnTo>
                  <a:pt x="1524" y="357"/>
                </a:lnTo>
                <a:lnTo>
                  <a:pt x="1526" y="359"/>
                </a:lnTo>
                <a:lnTo>
                  <a:pt x="1526" y="357"/>
                </a:lnTo>
                <a:lnTo>
                  <a:pt x="1528" y="349"/>
                </a:lnTo>
                <a:lnTo>
                  <a:pt x="1530" y="324"/>
                </a:lnTo>
                <a:lnTo>
                  <a:pt x="1532" y="321"/>
                </a:lnTo>
                <a:lnTo>
                  <a:pt x="1536" y="340"/>
                </a:lnTo>
                <a:lnTo>
                  <a:pt x="1536" y="342"/>
                </a:lnTo>
                <a:lnTo>
                  <a:pt x="1534" y="340"/>
                </a:lnTo>
                <a:lnTo>
                  <a:pt x="1534" y="338"/>
                </a:lnTo>
                <a:lnTo>
                  <a:pt x="1532" y="338"/>
                </a:lnTo>
                <a:lnTo>
                  <a:pt x="1530" y="361"/>
                </a:lnTo>
                <a:lnTo>
                  <a:pt x="1530" y="363"/>
                </a:lnTo>
                <a:lnTo>
                  <a:pt x="1536" y="359"/>
                </a:lnTo>
                <a:lnTo>
                  <a:pt x="1536" y="357"/>
                </a:lnTo>
                <a:lnTo>
                  <a:pt x="1544" y="353"/>
                </a:lnTo>
                <a:lnTo>
                  <a:pt x="1547" y="347"/>
                </a:lnTo>
                <a:lnTo>
                  <a:pt x="1547" y="340"/>
                </a:lnTo>
                <a:lnTo>
                  <a:pt x="1546" y="322"/>
                </a:lnTo>
                <a:lnTo>
                  <a:pt x="1547" y="315"/>
                </a:lnTo>
                <a:lnTo>
                  <a:pt x="1547" y="307"/>
                </a:lnTo>
                <a:lnTo>
                  <a:pt x="1547" y="305"/>
                </a:lnTo>
                <a:lnTo>
                  <a:pt x="1551" y="303"/>
                </a:lnTo>
                <a:lnTo>
                  <a:pt x="1555" y="301"/>
                </a:lnTo>
                <a:lnTo>
                  <a:pt x="1557" y="301"/>
                </a:lnTo>
                <a:lnTo>
                  <a:pt x="1555" y="299"/>
                </a:lnTo>
                <a:lnTo>
                  <a:pt x="1553" y="299"/>
                </a:lnTo>
                <a:lnTo>
                  <a:pt x="1546" y="301"/>
                </a:lnTo>
                <a:lnTo>
                  <a:pt x="1544" y="298"/>
                </a:lnTo>
                <a:lnTo>
                  <a:pt x="1549" y="296"/>
                </a:lnTo>
                <a:lnTo>
                  <a:pt x="1544" y="296"/>
                </a:lnTo>
                <a:lnTo>
                  <a:pt x="1538" y="288"/>
                </a:lnTo>
                <a:lnTo>
                  <a:pt x="1542" y="286"/>
                </a:lnTo>
                <a:lnTo>
                  <a:pt x="1544" y="282"/>
                </a:lnTo>
                <a:lnTo>
                  <a:pt x="1544" y="280"/>
                </a:lnTo>
                <a:lnTo>
                  <a:pt x="1542" y="282"/>
                </a:lnTo>
                <a:lnTo>
                  <a:pt x="1538" y="286"/>
                </a:lnTo>
                <a:lnTo>
                  <a:pt x="1536" y="286"/>
                </a:lnTo>
                <a:lnTo>
                  <a:pt x="1538" y="282"/>
                </a:lnTo>
                <a:lnTo>
                  <a:pt x="1542" y="276"/>
                </a:lnTo>
                <a:lnTo>
                  <a:pt x="1542" y="274"/>
                </a:lnTo>
                <a:lnTo>
                  <a:pt x="1540" y="278"/>
                </a:lnTo>
                <a:lnTo>
                  <a:pt x="1536" y="282"/>
                </a:lnTo>
                <a:lnTo>
                  <a:pt x="1534" y="282"/>
                </a:lnTo>
                <a:lnTo>
                  <a:pt x="1536" y="274"/>
                </a:lnTo>
                <a:lnTo>
                  <a:pt x="1540" y="265"/>
                </a:lnTo>
                <a:lnTo>
                  <a:pt x="1544" y="267"/>
                </a:lnTo>
                <a:lnTo>
                  <a:pt x="1546" y="273"/>
                </a:lnTo>
                <a:lnTo>
                  <a:pt x="1546" y="282"/>
                </a:lnTo>
                <a:lnTo>
                  <a:pt x="1547" y="284"/>
                </a:lnTo>
                <a:lnTo>
                  <a:pt x="1553" y="286"/>
                </a:lnTo>
                <a:lnTo>
                  <a:pt x="1555" y="288"/>
                </a:lnTo>
                <a:lnTo>
                  <a:pt x="1555" y="290"/>
                </a:lnTo>
                <a:lnTo>
                  <a:pt x="1553" y="286"/>
                </a:lnTo>
                <a:lnTo>
                  <a:pt x="1563" y="286"/>
                </a:lnTo>
                <a:lnTo>
                  <a:pt x="1559" y="288"/>
                </a:lnTo>
                <a:lnTo>
                  <a:pt x="1555" y="290"/>
                </a:lnTo>
                <a:lnTo>
                  <a:pt x="1559" y="305"/>
                </a:lnTo>
                <a:lnTo>
                  <a:pt x="1561" y="330"/>
                </a:lnTo>
                <a:lnTo>
                  <a:pt x="1561" y="376"/>
                </a:lnTo>
                <a:lnTo>
                  <a:pt x="1563" y="388"/>
                </a:lnTo>
                <a:lnTo>
                  <a:pt x="1565" y="392"/>
                </a:lnTo>
                <a:lnTo>
                  <a:pt x="1569" y="394"/>
                </a:lnTo>
                <a:lnTo>
                  <a:pt x="1572" y="395"/>
                </a:lnTo>
                <a:lnTo>
                  <a:pt x="1574" y="399"/>
                </a:lnTo>
                <a:lnTo>
                  <a:pt x="1576" y="407"/>
                </a:lnTo>
                <a:lnTo>
                  <a:pt x="1576" y="415"/>
                </a:lnTo>
                <a:lnTo>
                  <a:pt x="1572" y="418"/>
                </a:lnTo>
                <a:lnTo>
                  <a:pt x="1569" y="422"/>
                </a:lnTo>
                <a:lnTo>
                  <a:pt x="1567" y="426"/>
                </a:lnTo>
                <a:lnTo>
                  <a:pt x="1569" y="428"/>
                </a:lnTo>
                <a:lnTo>
                  <a:pt x="1570" y="432"/>
                </a:lnTo>
                <a:lnTo>
                  <a:pt x="1570" y="440"/>
                </a:lnTo>
                <a:lnTo>
                  <a:pt x="1572" y="447"/>
                </a:lnTo>
                <a:lnTo>
                  <a:pt x="1569" y="447"/>
                </a:lnTo>
                <a:lnTo>
                  <a:pt x="1567" y="449"/>
                </a:lnTo>
                <a:lnTo>
                  <a:pt x="1569" y="455"/>
                </a:lnTo>
                <a:lnTo>
                  <a:pt x="1570" y="459"/>
                </a:lnTo>
                <a:lnTo>
                  <a:pt x="1572" y="461"/>
                </a:lnTo>
                <a:lnTo>
                  <a:pt x="1578" y="461"/>
                </a:lnTo>
                <a:lnTo>
                  <a:pt x="1584" y="457"/>
                </a:lnTo>
                <a:lnTo>
                  <a:pt x="1586" y="453"/>
                </a:lnTo>
                <a:lnTo>
                  <a:pt x="1584" y="443"/>
                </a:lnTo>
                <a:lnTo>
                  <a:pt x="1582" y="440"/>
                </a:lnTo>
                <a:lnTo>
                  <a:pt x="1590" y="438"/>
                </a:lnTo>
                <a:lnTo>
                  <a:pt x="1594" y="436"/>
                </a:lnTo>
                <a:lnTo>
                  <a:pt x="1595" y="438"/>
                </a:lnTo>
                <a:lnTo>
                  <a:pt x="1594" y="451"/>
                </a:lnTo>
                <a:lnTo>
                  <a:pt x="1594" y="455"/>
                </a:lnTo>
                <a:lnTo>
                  <a:pt x="1595" y="457"/>
                </a:lnTo>
                <a:lnTo>
                  <a:pt x="1595" y="455"/>
                </a:lnTo>
                <a:lnTo>
                  <a:pt x="1603" y="445"/>
                </a:lnTo>
                <a:lnTo>
                  <a:pt x="1601" y="445"/>
                </a:lnTo>
                <a:lnTo>
                  <a:pt x="1599" y="442"/>
                </a:lnTo>
                <a:lnTo>
                  <a:pt x="1601" y="434"/>
                </a:lnTo>
                <a:lnTo>
                  <a:pt x="1599" y="434"/>
                </a:lnTo>
                <a:lnTo>
                  <a:pt x="1599" y="426"/>
                </a:lnTo>
                <a:lnTo>
                  <a:pt x="1605" y="417"/>
                </a:lnTo>
                <a:lnTo>
                  <a:pt x="1603" y="411"/>
                </a:lnTo>
                <a:lnTo>
                  <a:pt x="1603" y="407"/>
                </a:lnTo>
                <a:lnTo>
                  <a:pt x="1603" y="411"/>
                </a:lnTo>
                <a:lnTo>
                  <a:pt x="1599" y="415"/>
                </a:lnTo>
                <a:lnTo>
                  <a:pt x="1599" y="413"/>
                </a:lnTo>
                <a:lnTo>
                  <a:pt x="1599" y="407"/>
                </a:lnTo>
                <a:lnTo>
                  <a:pt x="1599" y="394"/>
                </a:lnTo>
                <a:lnTo>
                  <a:pt x="1597" y="392"/>
                </a:lnTo>
                <a:lnTo>
                  <a:pt x="1597" y="394"/>
                </a:lnTo>
                <a:lnTo>
                  <a:pt x="1595" y="411"/>
                </a:lnTo>
                <a:lnTo>
                  <a:pt x="1594" y="420"/>
                </a:lnTo>
                <a:lnTo>
                  <a:pt x="1592" y="420"/>
                </a:lnTo>
                <a:lnTo>
                  <a:pt x="1588" y="418"/>
                </a:lnTo>
                <a:lnTo>
                  <a:pt x="1584" y="415"/>
                </a:lnTo>
                <a:lnTo>
                  <a:pt x="1584" y="407"/>
                </a:lnTo>
                <a:lnTo>
                  <a:pt x="1586" y="403"/>
                </a:lnTo>
                <a:lnTo>
                  <a:pt x="1588" y="403"/>
                </a:lnTo>
                <a:lnTo>
                  <a:pt x="1590" y="405"/>
                </a:lnTo>
                <a:lnTo>
                  <a:pt x="1592" y="405"/>
                </a:lnTo>
                <a:lnTo>
                  <a:pt x="1592" y="403"/>
                </a:lnTo>
                <a:lnTo>
                  <a:pt x="1590" y="394"/>
                </a:lnTo>
                <a:lnTo>
                  <a:pt x="1584" y="363"/>
                </a:lnTo>
                <a:lnTo>
                  <a:pt x="1582" y="346"/>
                </a:lnTo>
                <a:lnTo>
                  <a:pt x="1584" y="349"/>
                </a:lnTo>
                <a:lnTo>
                  <a:pt x="1588" y="355"/>
                </a:lnTo>
                <a:lnTo>
                  <a:pt x="1592" y="357"/>
                </a:lnTo>
                <a:lnTo>
                  <a:pt x="1592" y="353"/>
                </a:lnTo>
                <a:lnTo>
                  <a:pt x="1590" y="342"/>
                </a:lnTo>
                <a:lnTo>
                  <a:pt x="1588" y="336"/>
                </a:lnTo>
                <a:lnTo>
                  <a:pt x="1590" y="326"/>
                </a:lnTo>
                <a:lnTo>
                  <a:pt x="1590" y="324"/>
                </a:lnTo>
                <a:lnTo>
                  <a:pt x="1592" y="328"/>
                </a:lnTo>
                <a:lnTo>
                  <a:pt x="1594" y="340"/>
                </a:lnTo>
                <a:lnTo>
                  <a:pt x="1595" y="340"/>
                </a:lnTo>
                <a:lnTo>
                  <a:pt x="1597" y="334"/>
                </a:lnTo>
                <a:lnTo>
                  <a:pt x="1595" y="334"/>
                </a:lnTo>
                <a:lnTo>
                  <a:pt x="1595" y="328"/>
                </a:lnTo>
                <a:lnTo>
                  <a:pt x="1594" y="324"/>
                </a:lnTo>
                <a:lnTo>
                  <a:pt x="1594" y="319"/>
                </a:lnTo>
                <a:lnTo>
                  <a:pt x="1595" y="319"/>
                </a:lnTo>
                <a:lnTo>
                  <a:pt x="1597" y="321"/>
                </a:lnTo>
                <a:lnTo>
                  <a:pt x="1599" y="321"/>
                </a:lnTo>
                <a:lnTo>
                  <a:pt x="1599" y="319"/>
                </a:lnTo>
                <a:lnTo>
                  <a:pt x="1597" y="309"/>
                </a:lnTo>
                <a:lnTo>
                  <a:pt x="1595" y="309"/>
                </a:lnTo>
                <a:lnTo>
                  <a:pt x="1595" y="307"/>
                </a:lnTo>
                <a:lnTo>
                  <a:pt x="1594" y="307"/>
                </a:lnTo>
                <a:lnTo>
                  <a:pt x="1594" y="311"/>
                </a:lnTo>
                <a:lnTo>
                  <a:pt x="1588" y="298"/>
                </a:lnTo>
                <a:lnTo>
                  <a:pt x="1590" y="299"/>
                </a:lnTo>
                <a:lnTo>
                  <a:pt x="1594" y="301"/>
                </a:lnTo>
                <a:lnTo>
                  <a:pt x="1595" y="301"/>
                </a:lnTo>
                <a:lnTo>
                  <a:pt x="1597" y="299"/>
                </a:lnTo>
                <a:lnTo>
                  <a:pt x="1597" y="296"/>
                </a:lnTo>
                <a:lnTo>
                  <a:pt x="1599" y="296"/>
                </a:lnTo>
                <a:lnTo>
                  <a:pt x="1601" y="299"/>
                </a:lnTo>
                <a:lnTo>
                  <a:pt x="1607" y="286"/>
                </a:lnTo>
                <a:lnTo>
                  <a:pt x="1607" y="280"/>
                </a:lnTo>
                <a:lnTo>
                  <a:pt x="1607" y="273"/>
                </a:lnTo>
                <a:lnTo>
                  <a:pt x="1607" y="261"/>
                </a:lnTo>
                <a:lnTo>
                  <a:pt x="1607" y="259"/>
                </a:lnTo>
                <a:lnTo>
                  <a:pt x="1611" y="257"/>
                </a:lnTo>
                <a:lnTo>
                  <a:pt x="1622" y="261"/>
                </a:lnTo>
                <a:lnTo>
                  <a:pt x="1624" y="261"/>
                </a:lnTo>
                <a:lnTo>
                  <a:pt x="1624" y="257"/>
                </a:lnTo>
                <a:lnTo>
                  <a:pt x="1617" y="246"/>
                </a:lnTo>
                <a:lnTo>
                  <a:pt x="1615" y="242"/>
                </a:lnTo>
                <a:lnTo>
                  <a:pt x="1617" y="240"/>
                </a:lnTo>
                <a:lnTo>
                  <a:pt x="1618" y="240"/>
                </a:lnTo>
                <a:lnTo>
                  <a:pt x="1624" y="242"/>
                </a:lnTo>
                <a:lnTo>
                  <a:pt x="1459" y="129"/>
                </a:lnTo>
                <a:lnTo>
                  <a:pt x="8" y="411"/>
                </a:lnTo>
                <a:lnTo>
                  <a:pt x="8" y="407"/>
                </a:lnTo>
                <a:lnTo>
                  <a:pt x="10" y="405"/>
                </a:lnTo>
                <a:lnTo>
                  <a:pt x="10" y="409"/>
                </a:lnTo>
                <a:lnTo>
                  <a:pt x="8" y="411"/>
                </a:lnTo>
                <a:lnTo>
                  <a:pt x="1459" y="129"/>
                </a:lnTo>
                <a:lnTo>
                  <a:pt x="10" y="632"/>
                </a:lnTo>
                <a:lnTo>
                  <a:pt x="10" y="630"/>
                </a:lnTo>
                <a:lnTo>
                  <a:pt x="11" y="645"/>
                </a:lnTo>
                <a:lnTo>
                  <a:pt x="10" y="632"/>
                </a:lnTo>
                <a:lnTo>
                  <a:pt x="1459" y="129"/>
                </a:lnTo>
                <a:lnTo>
                  <a:pt x="34" y="651"/>
                </a:lnTo>
                <a:lnTo>
                  <a:pt x="33" y="643"/>
                </a:lnTo>
                <a:lnTo>
                  <a:pt x="34" y="647"/>
                </a:lnTo>
                <a:lnTo>
                  <a:pt x="34" y="651"/>
                </a:lnTo>
                <a:lnTo>
                  <a:pt x="1459" y="129"/>
                </a:lnTo>
                <a:lnTo>
                  <a:pt x="42" y="430"/>
                </a:lnTo>
                <a:lnTo>
                  <a:pt x="42" y="428"/>
                </a:lnTo>
                <a:lnTo>
                  <a:pt x="44" y="434"/>
                </a:lnTo>
                <a:lnTo>
                  <a:pt x="42" y="436"/>
                </a:lnTo>
                <a:lnTo>
                  <a:pt x="44" y="434"/>
                </a:lnTo>
                <a:lnTo>
                  <a:pt x="44" y="443"/>
                </a:lnTo>
                <a:lnTo>
                  <a:pt x="42" y="438"/>
                </a:lnTo>
                <a:lnTo>
                  <a:pt x="40" y="434"/>
                </a:lnTo>
                <a:lnTo>
                  <a:pt x="42" y="430"/>
                </a:lnTo>
                <a:lnTo>
                  <a:pt x="1459" y="129"/>
                </a:lnTo>
                <a:lnTo>
                  <a:pt x="44" y="570"/>
                </a:lnTo>
                <a:lnTo>
                  <a:pt x="44" y="578"/>
                </a:lnTo>
                <a:lnTo>
                  <a:pt x="42" y="562"/>
                </a:lnTo>
                <a:lnTo>
                  <a:pt x="44" y="568"/>
                </a:lnTo>
                <a:lnTo>
                  <a:pt x="44" y="570"/>
                </a:lnTo>
                <a:lnTo>
                  <a:pt x="1459" y="129"/>
                </a:lnTo>
                <a:lnTo>
                  <a:pt x="44" y="641"/>
                </a:lnTo>
                <a:lnTo>
                  <a:pt x="44" y="639"/>
                </a:lnTo>
                <a:lnTo>
                  <a:pt x="46" y="620"/>
                </a:lnTo>
                <a:lnTo>
                  <a:pt x="46" y="630"/>
                </a:lnTo>
                <a:lnTo>
                  <a:pt x="46" y="634"/>
                </a:lnTo>
                <a:lnTo>
                  <a:pt x="46" y="637"/>
                </a:lnTo>
                <a:lnTo>
                  <a:pt x="44" y="641"/>
                </a:lnTo>
                <a:lnTo>
                  <a:pt x="1459" y="129"/>
                </a:lnTo>
                <a:lnTo>
                  <a:pt x="46" y="562"/>
                </a:lnTo>
                <a:lnTo>
                  <a:pt x="46" y="564"/>
                </a:lnTo>
                <a:lnTo>
                  <a:pt x="44" y="553"/>
                </a:lnTo>
                <a:lnTo>
                  <a:pt x="46" y="516"/>
                </a:lnTo>
                <a:lnTo>
                  <a:pt x="46" y="562"/>
                </a:lnTo>
                <a:lnTo>
                  <a:pt x="1459" y="129"/>
                </a:lnTo>
                <a:lnTo>
                  <a:pt x="50" y="584"/>
                </a:lnTo>
                <a:lnTo>
                  <a:pt x="48" y="568"/>
                </a:lnTo>
                <a:lnTo>
                  <a:pt x="48" y="514"/>
                </a:lnTo>
                <a:lnTo>
                  <a:pt x="44" y="457"/>
                </a:lnTo>
                <a:lnTo>
                  <a:pt x="46" y="455"/>
                </a:lnTo>
                <a:lnTo>
                  <a:pt x="46" y="451"/>
                </a:lnTo>
                <a:lnTo>
                  <a:pt x="50" y="513"/>
                </a:lnTo>
                <a:lnTo>
                  <a:pt x="52" y="545"/>
                </a:lnTo>
                <a:lnTo>
                  <a:pt x="50" y="584"/>
                </a:lnTo>
                <a:lnTo>
                  <a:pt x="1459" y="129"/>
                </a:lnTo>
                <a:lnTo>
                  <a:pt x="1557" y="1098"/>
                </a:lnTo>
                <a:lnTo>
                  <a:pt x="1559" y="1100"/>
                </a:lnTo>
                <a:lnTo>
                  <a:pt x="1557" y="1104"/>
                </a:lnTo>
                <a:lnTo>
                  <a:pt x="1555" y="1102"/>
                </a:lnTo>
                <a:lnTo>
                  <a:pt x="1557" y="1098"/>
                </a:lnTo>
                <a:lnTo>
                  <a:pt x="1459" y="129"/>
                </a:lnTo>
                <a:lnTo>
                  <a:pt x="1555" y="1098"/>
                </a:lnTo>
                <a:lnTo>
                  <a:pt x="1557" y="1098"/>
                </a:lnTo>
                <a:lnTo>
                  <a:pt x="1555" y="1102"/>
                </a:lnTo>
                <a:lnTo>
                  <a:pt x="1553" y="1100"/>
                </a:lnTo>
                <a:lnTo>
                  <a:pt x="1555" y="1098"/>
                </a:lnTo>
                <a:lnTo>
                  <a:pt x="1459" y="129"/>
                </a:lnTo>
                <a:lnTo>
                  <a:pt x="1559" y="668"/>
                </a:lnTo>
                <a:lnTo>
                  <a:pt x="1561" y="676"/>
                </a:lnTo>
                <a:lnTo>
                  <a:pt x="1559" y="680"/>
                </a:lnTo>
                <a:lnTo>
                  <a:pt x="1561" y="676"/>
                </a:lnTo>
                <a:lnTo>
                  <a:pt x="1563" y="678"/>
                </a:lnTo>
                <a:lnTo>
                  <a:pt x="1559" y="687"/>
                </a:lnTo>
                <a:lnTo>
                  <a:pt x="1557" y="699"/>
                </a:lnTo>
                <a:lnTo>
                  <a:pt x="1555" y="699"/>
                </a:lnTo>
                <a:lnTo>
                  <a:pt x="1559" y="680"/>
                </a:lnTo>
                <a:lnTo>
                  <a:pt x="1555" y="689"/>
                </a:lnTo>
                <a:lnTo>
                  <a:pt x="1553" y="697"/>
                </a:lnTo>
                <a:lnTo>
                  <a:pt x="1551" y="695"/>
                </a:lnTo>
                <a:lnTo>
                  <a:pt x="1551" y="689"/>
                </a:lnTo>
                <a:lnTo>
                  <a:pt x="1553" y="680"/>
                </a:lnTo>
                <a:lnTo>
                  <a:pt x="1559" y="668"/>
                </a:lnTo>
                <a:lnTo>
                  <a:pt x="1459" y="129"/>
                </a:lnTo>
                <a:lnTo>
                  <a:pt x="1549" y="741"/>
                </a:lnTo>
                <a:lnTo>
                  <a:pt x="1547" y="751"/>
                </a:lnTo>
                <a:lnTo>
                  <a:pt x="1546" y="749"/>
                </a:lnTo>
                <a:lnTo>
                  <a:pt x="1546" y="745"/>
                </a:lnTo>
                <a:lnTo>
                  <a:pt x="1549" y="741"/>
                </a:lnTo>
                <a:lnTo>
                  <a:pt x="1459" y="129"/>
                </a:lnTo>
                <a:lnTo>
                  <a:pt x="1490" y="912"/>
                </a:lnTo>
                <a:lnTo>
                  <a:pt x="1492" y="908"/>
                </a:lnTo>
                <a:lnTo>
                  <a:pt x="1494" y="904"/>
                </a:lnTo>
                <a:lnTo>
                  <a:pt x="1498" y="904"/>
                </a:lnTo>
                <a:lnTo>
                  <a:pt x="1498" y="906"/>
                </a:lnTo>
                <a:lnTo>
                  <a:pt x="1494" y="910"/>
                </a:lnTo>
                <a:lnTo>
                  <a:pt x="1492" y="912"/>
                </a:lnTo>
                <a:lnTo>
                  <a:pt x="1490" y="912"/>
                </a:lnTo>
                <a:lnTo>
                  <a:pt x="1459" y="129"/>
                </a:lnTo>
                <a:lnTo>
                  <a:pt x="1488" y="914"/>
                </a:lnTo>
                <a:lnTo>
                  <a:pt x="1492" y="918"/>
                </a:lnTo>
                <a:lnTo>
                  <a:pt x="1492" y="920"/>
                </a:lnTo>
                <a:lnTo>
                  <a:pt x="1490" y="922"/>
                </a:lnTo>
                <a:lnTo>
                  <a:pt x="1492" y="920"/>
                </a:lnTo>
                <a:lnTo>
                  <a:pt x="1492" y="922"/>
                </a:lnTo>
                <a:lnTo>
                  <a:pt x="1488" y="923"/>
                </a:lnTo>
                <a:lnTo>
                  <a:pt x="1492" y="927"/>
                </a:lnTo>
                <a:lnTo>
                  <a:pt x="1496" y="922"/>
                </a:lnTo>
                <a:lnTo>
                  <a:pt x="1498" y="918"/>
                </a:lnTo>
                <a:lnTo>
                  <a:pt x="1496" y="918"/>
                </a:lnTo>
                <a:lnTo>
                  <a:pt x="1498" y="916"/>
                </a:lnTo>
                <a:lnTo>
                  <a:pt x="1498" y="923"/>
                </a:lnTo>
                <a:lnTo>
                  <a:pt x="1498" y="927"/>
                </a:lnTo>
                <a:lnTo>
                  <a:pt x="1496" y="929"/>
                </a:lnTo>
                <a:lnTo>
                  <a:pt x="1496" y="933"/>
                </a:lnTo>
                <a:lnTo>
                  <a:pt x="1494" y="937"/>
                </a:lnTo>
                <a:lnTo>
                  <a:pt x="1496" y="939"/>
                </a:lnTo>
                <a:lnTo>
                  <a:pt x="1492" y="946"/>
                </a:lnTo>
                <a:lnTo>
                  <a:pt x="1490" y="946"/>
                </a:lnTo>
                <a:lnTo>
                  <a:pt x="1488" y="927"/>
                </a:lnTo>
                <a:lnTo>
                  <a:pt x="1488" y="914"/>
                </a:lnTo>
                <a:lnTo>
                  <a:pt x="1459" y="129"/>
                </a:lnTo>
                <a:lnTo>
                  <a:pt x="1455" y="136"/>
                </a:lnTo>
                <a:lnTo>
                  <a:pt x="1448" y="134"/>
                </a:lnTo>
                <a:lnTo>
                  <a:pt x="1453" y="138"/>
                </a:lnTo>
                <a:lnTo>
                  <a:pt x="1451" y="138"/>
                </a:lnTo>
                <a:lnTo>
                  <a:pt x="1434" y="119"/>
                </a:lnTo>
                <a:lnTo>
                  <a:pt x="1421" y="102"/>
                </a:lnTo>
                <a:lnTo>
                  <a:pt x="1421" y="100"/>
                </a:lnTo>
                <a:lnTo>
                  <a:pt x="1421" y="98"/>
                </a:lnTo>
                <a:lnTo>
                  <a:pt x="1425" y="100"/>
                </a:lnTo>
                <a:lnTo>
                  <a:pt x="1426" y="102"/>
                </a:lnTo>
                <a:lnTo>
                  <a:pt x="1440" y="119"/>
                </a:lnTo>
                <a:lnTo>
                  <a:pt x="1440" y="121"/>
                </a:lnTo>
                <a:lnTo>
                  <a:pt x="1442" y="121"/>
                </a:lnTo>
                <a:lnTo>
                  <a:pt x="1450" y="130"/>
                </a:lnTo>
                <a:lnTo>
                  <a:pt x="1457" y="136"/>
                </a:lnTo>
                <a:lnTo>
                  <a:pt x="1455" y="136"/>
                </a:lnTo>
                <a:lnTo>
                  <a:pt x="1459" y="129"/>
                </a:lnTo>
                <a:lnTo>
                  <a:pt x="1423" y="98"/>
                </a:lnTo>
                <a:lnTo>
                  <a:pt x="1425" y="98"/>
                </a:lnTo>
                <a:lnTo>
                  <a:pt x="1425" y="100"/>
                </a:lnTo>
                <a:lnTo>
                  <a:pt x="1423" y="98"/>
                </a:lnTo>
                <a:lnTo>
                  <a:pt x="1459" y="129"/>
                </a:lnTo>
                <a:lnTo>
                  <a:pt x="1473" y="152"/>
                </a:lnTo>
                <a:lnTo>
                  <a:pt x="1471" y="152"/>
                </a:lnTo>
                <a:lnTo>
                  <a:pt x="1469" y="152"/>
                </a:lnTo>
                <a:lnTo>
                  <a:pt x="1463" y="152"/>
                </a:lnTo>
                <a:lnTo>
                  <a:pt x="1461" y="150"/>
                </a:lnTo>
                <a:lnTo>
                  <a:pt x="1459" y="146"/>
                </a:lnTo>
                <a:lnTo>
                  <a:pt x="1463" y="146"/>
                </a:lnTo>
                <a:lnTo>
                  <a:pt x="1463" y="144"/>
                </a:lnTo>
                <a:lnTo>
                  <a:pt x="1459" y="142"/>
                </a:lnTo>
                <a:lnTo>
                  <a:pt x="1461" y="142"/>
                </a:lnTo>
                <a:lnTo>
                  <a:pt x="1459" y="142"/>
                </a:lnTo>
                <a:lnTo>
                  <a:pt x="1461" y="140"/>
                </a:lnTo>
                <a:lnTo>
                  <a:pt x="1461" y="138"/>
                </a:lnTo>
                <a:lnTo>
                  <a:pt x="1469" y="148"/>
                </a:lnTo>
                <a:lnTo>
                  <a:pt x="1473" y="150"/>
                </a:lnTo>
                <a:lnTo>
                  <a:pt x="1473" y="152"/>
                </a:lnTo>
                <a:lnTo>
                  <a:pt x="1459" y="129"/>
                </a:lnTo>
                <a:lnTo>
                  <a:pt x="1471" y="140"/>
                </a:lnTo>
                <a:lnTo>
                  <a:pt x="1474" y="146"/>
                </a:lnTo>
                <a:lnTo>
                  <a:pt x="1459" y="134"/>
                </a:lnTo>
                <a:lnTo>
                  <a:pt x="1444" y="121"/>
                </a:lnTo>
                <a:lnTo>
                  <a:pt x="1446" y="121"/>
                </a:lnTo>
                <a:lnTo>
                  <a:pt x="1448" y="121"/>
                </a:lnTo>
                <a:lnTo>
                  <a:pt x="1446" y="121"/>
                </a:lnTo>
                <a:lnTo>
                  <a:pt x="1446" y="119"/>
                </a:lnTo>
                <a:lnTo>
                  <a:pt x="1444" y="119"/>
                </a:lnTo>
                <a:lnTo>
                  <a:pt x="1442" y="119"/>
                </a:lnTo>
                <a:lnTo>
                  <a:pt x="1442" y="121"/>
                </a:lnTo>
                <a:lnTo>
                  <a:pt x="1440" y="117"/>
                </a:lnTo>
                <a:lnTo>
                  <a:pt x="1436" y="111"/>
                </a:lnTo>
                <a:lnTo>
                  <a:pt x="1430" y="107"/>
                </a:lnTo>
                <a:lnTo>
                  <a:pt x="1428" y="102"/>
                </a:lnTo>
                <a:lnTo>
                  <a:pt x="1430" y="104"/>
                </a:lnTo>
                <a:lnTo>
                  <a:pt x="1432" y="106"/>
                </a:lnTo>
                <a:lnTo>
                  <a:pt x="1434" y="104"/>
                </a:lnTo>
                <a:lnTo>
                  <a:pt x="1438" y="106"/>
                </a:lnTo>
                <a:lnTo>
                  <a:pt x="1434" y="104"/>
                </a:lnTo>
                <a:lnTo>
                  <a:pt x="1434" y="100"/>
                </a:lnTo>
                <a:lnTo>
                  <a:pt x="1430" y="102"/>
                </a:lnTo>
                <a:lnTo>
                  <a:pt x="1428" y="100"/>
                </a:lnTo>
                <a:lnTo>
                  <a:pt x="1432" y="100"/>
                </a:lnTo>
                <a:lnTo>
                  <a:pt x="1430" y="100"/>
                </a:lnTo>
                <a:lnTo>
                  <a:pt x="1426" y="100"/>
                </a:lnTo>
                <a:lnTo>
                  <a:pt x="1425" y="100"/>
                </a:lnTo>
                <a:lnTo>
                  <a:pt x="1425" y="98"/>
                </a:lnTo>
                <a:lnTo>
                  <a:pt x="1426" y="100"/>
                </a:lnTo>
                <a:lnTo>
                  <a:pt x="1423" y="98"/>
                </a:lnTo>
                <a:lnTo>
                  <a:pt x="1423" y="96"/>
                </a:lnTo>
                <a:lnTo>
                  <a:pt x="1419" y="96"/>
                </a:lnTo>
                <a:lnTo>
                  <a:pt x="1415" y="94"/>
                </a:lnTo>
                <a:lnTo>
                  <a:pt x="1417" y="86"/>
                </a:lnTo>
                <a:lnTo>
                  <a:pt x="1417" y="84"/>
                </a:lnTo>
                <a:lnTo>
                  <a:pt x="1415" y="82"/>
                </a:lnTo>
                <a:lnTo>
                  <a:pt x="1415" y="84"/>
                </a:lnTo>
                <a:lnTo>
                  <a:pt x="1413" y="88"/>
                </a:lnTo>
                <a:lnTo>
                  <a:pt x="1407" y="82"/>
                </a:lnTo>
                <a:lnTo>
                  <a:pt x="1411" y="79"/>
                </a:lnTo>
                <a:lnTo>
                  <a:pt x="1417" y="82"/>
                </a:lnTo>
                <a:lnTo>
                  <a:pt x="1413" y="79"/>
                </a:lnTo>
                <a:lnTo>
                  <a:pt x="1415" y="73"/>
                </a:lnTo>
                <a:lnTo>
                  <a:pt x="1417" y="73"/>
                </a:lnTo>
                <a:lnTo>
                  <a:pt x="1436" y="96"/>
                </a:lnTo>
                <a:lnTo>
                  <a:pt x="1432" y="90"/>
                </a:lnTo>
                <a:lnTo>
                  <a:pt x="1426" y="81"/>
                </a:lnTo>
                <a:lnTo>
                  <a:pt x="1421" y="69"/>
                </a:lnTo>
                <a:lnTo>
                  <a:pt x="1421" y="67"/>
                </a:lnTo>
                <a:lnTo>
                  <a:pt x="1419" y="69"/>
                </a:lnTo>
                <a:lnTo>
                  <a:pt x="1419" y="65"/>
                </a:lnTo>
                <a:lnTo>
                  <a:pt x="1419" y="63"/>
                </a:lnTo>
                <a:lnTo>
                  <a:pt x="1417" y="63"/>
                </a:lnTo>
                <a:lnTo>
                  <a:pt x="1413" y="56"/>
                </a:lnTo>
                <a:lnTo>
                  <a:pt x="1413" y="54"/>
                </a:lnTo>
                <a:lnTo>
                  <a:pt x="1413" y="52"/>
                </a:lnTo>
                <a:lnTo>
                  <a:pt x="1411" y="54"/>
                </a:lnTo>
                <a:lnTo>
                  <a:pt x="1409" y="50"/>
                </a:lnTo>
                <a:lnTo>
                  <a:pt x="1409" y="48"/>
                </a:lnTo>
                <a:lnTo>
                  <a:pt x="1409" y="50"/>
                </a:lnTo>
                <a:lnTo>
                  <a:pt x="1407" y="48"/>
                </a:lnTo>
                <a:lnTo>
                  <a:pt x="1409" y="44"/>
                </a:lnTo>
                <a:lnTo>
                  <a:pt x="1421" y="59"/>
                </a:lnTo>
                <a:lnTo>
                  <a:pt x="1442" y="90"/>
                </a:lnTo>
                <a:lnTo>
                  <a:pt x="1461" y="111"/>
                </a:lnTo>
                <a:lnTo>
                  <a:pt x="1474" y="125"/>
                </a:lnTo>
                <a:lnTo>
                  <a:pt x="1486" y="132"/>
                </a:lnTo>
                <a:lnTo>
                  <a:pt x="1482" y="134"/>
                </a:lnTo>
                <a:lnTo>
                  <a:pt x="1478" y="142"/>
                </a:lnTo>
                <a:lnTo>
                  <a:pt x="1473" y="140"/>
                </a:lnTo>
                <a:lnTo>
                  <a:pt x="1471" y="140"/>
                </a:lnTo>
                <a:lnTo>
                  <a:pt x="1459" y="129"/>
                </a:lnTo>
                <a:lnTo>
                  <a:pt x="1428" y="100"/>
                </a:lnTo>
                <a:lnTo>
                  <a:pt x="1430" y="102"/>
                </a:lnTo>
                <a:lnTo>
                  <a:pt x="1428" y="102"/>
                </a:lnTo>
                <a:lnTo>
                  <a:pt x="1428" y="100"/>
                </a:lnTo>
                <a:lnTo>
                  <a:pt x="1459" y="129"/>
                </a:lnTo>
                <a:lnTo>
                  <a:pt x="1484" y="971"/>
                </a:lnTo>
                <a:lnTo>
                  <a:pt x="1482" y="973"/>
                </a:lnTo>
                <a:lnTo>
                  <a:pt x="1484" y="970"/>
                </a:lnTo>
                <a:lnTo>
                  <a:pt x="1484" y="971"/>
                </a:lnTo>
                <a:lnTo>
                  <a:pt x="1459" y="129"/>
                </a:lnTo>
                <a:lnTo>
                  <a:pt x="1486" y="964"/>
                </a:lnTo>
                <a:lnTo>
                  <a:pt x="1486" y="975"/>
                </a:lnTo>
                <a:lnTo>
                  <a:pt x="1484" y="970"/>
                </a:lnTo>
                <a:lnTo>
                  <a:pt x="1486" y="964"/>
                </a:lnTo>
                <a:lnTo>
                  <a:pt x="1459" y="129"/>
                </a:lnTo>
                <a:lnTo>
                  <a:pt x="1540" y="1075"/>
                </a:lnTo>
                <a:lnTo>
                  <a:pt x="1536" y="1073"/>
                </a:lnTo>
                <a:lnTo>
                  <a:pt x="1536" y="1069"/>
                </a:lnTo>
                <a:lnTo>
                  <a:pt x="1540" y="1064"/>
                </a:lnTo>
                <a:lnTo>
                  <a:pt x="1538" y="1066"/>
                </a:lnTo>
                <a:lnTo>
                  <a:pt x="1542" y="1064"/>
                </a:lnTo>
                <a:lnTo>
                  <a:pt x="1542" y="1069"/>
                </a:lnTo>
                <a:lnTo>
                  <a:pt x="1540" y="1075"/>
                </a:lnTo>
                <a:lnTo>
                  <a:pt x="1459" y="129"/>
                </a:lnTo>
                <a:lnTo>
                  <a:pt x="1542" y="1077"/>
                </a:lnTo>
                <a:lnTo>
                  <a:pt x="1544" y="1077"/>
                </a:lnTo>
                <a:lnTo>
                  <a:pt x="1544" y="1081"/>
                </a:lnTo>
                <a:lnTo>
                  <a:pt x="1544" y="1083"/>
                </a:lnTo>
                <a:lnTo>
                  <a:pt x="1542" y="1077"/>
                </a:lnTo>
                <a:lnTo>
                  <a:pt x="1459" y="129"/>
                </a:lnTo>
                <a:lnTo>
                  <a:pt x="1544" y="1006"/>
                </a:lnTo>
                <a:lnTo>
                  <a:pt x="1544" y="1004"/>
                </a:lnTo>
                <a:lnTo>
                  <a:pt x="1546" y="1004"/>
                </a:lnTo>
                <a:lnTo>
                  <a:pt x="1547" y="1002"/>
                </a:lnTo>
                <a:lnTo>
                  <a:pt x="1546" y="1004"/>
                </a:lnTo>
                <a:lnTo>
                  <a:pt x="1544" y="1006"/>
                </a:lnTo>
                <a:lnTo>
                  <a:pt x="1459" y="129"/>
                </a:lnTo>
                <a:lnTo>
                  <a:pt x="1549" y="1096"/>
                </a:lnTo>
                <a:lnTo>
                  <a:pt x="1546" y="1090"/>
                </a:lnTo>
                <a:lnTo>
                  <a:pt x="1547" y="1092"/>
                </a:lnTo>
                <a:lnTo>
                  <a:pt x="1549" y="1089"/>
                </a:lnTo>
                <a:lnTo>
                  <a:pt x="1549" y="1087"/>
                </a:lnTo>
                <a:lnTo>
                  <a:pt x="1549" y="1085"/>
                </a:lnTo>
                <a:lnTo>
                  <a:pt x="1546" y="1089"/>
                </a:lnTo>
                <a:lnTo>
                  <a:pt x="1544" y="1083"/>
                </a:lnTo>
                <a:lnTo>
                  <a:pt x="1546" y="1083"/>
                </a:lnTo>
                <a:lnTo>
                  <a:pt x="1546" y="1085"/>
                </a:lnTo>
                <a:lnTo>
                  <a:pt x="1547" y="1081"/>
                </a:lnTo>
                <a:lnTo>
                  <a:pt x="1549" y="1089"/>
                </a:lnTo>
                <a:lnTo>
                  <a:pt x="1549" y="1096"/>
                </a:lnTo>
                <a:lnTo>
                  <a:pt x="1459" y="129"/>
                </a:lnTo>
                <a:lnTo>
                  <a:pt x="1549" y="1042"/>
                </a:lnTo>
                <a:lnTo>
                  <a:pt x="1547" y="1046"/>
                </a:lnTo>
                <a:lnTo>
                  <a:pt x="1547" y="1044"/>
                </a:lnTo>
                <a:lnTo>
                  <a:pt x="1549" y="1042"/>
                </a:lnTo>
                <a:lnTo>
                  <a:pt x="1459" y="129"/>
                </a:lnTo>
                <a:lnTo>
                  <a:pt x="1536" y="948"/>
                </a:lnTo>
                <a:lnTo>
                  <a:pt x="1544" y="950"/>
                </a:lnTo>
                <a:lnTo>
                  <a:pt x="1549" y="948"/>
                </a:lnTo>
                <a:lnTo>
                  <a:pt x="1551" y="950"/>
                </a:lnTo>
                <a:lnTo>
                  <a:pt x="1553" y="952"/>
                </a:lnTo>
                <a:lnTo>
                  <a:pt x="1557" y="952"/>
                </a:lnTo>
                <a:lnTo>
                  <a:pt x="1557" y="958"/>
                </a:lnTo>
                <a:lnTo>
                  <a:pt x="1551" y="956"/>
                </a:lnTo>
                <a:lnTo>
                  <a:pt x="1547" y="956"/>
                </a:lnTo>
                <a:lnTo>
                  <a:pt x="1538" y="958"/>
                </a:lnTo>
                <a:lnTo>
                  <a:pt x="1538" y="954"/>
                </a:lnTo>
                <a:lnTo>
                  <a:pt x="1536" y="956"/>
                </a:lnTo>
                <a:lnTo>
                  <a:pt x="1536" y="954"/>
                </a:lnTo>
                <a:lnTo>
                  <a:pt x="1553" y="952"/>
                </a:lnTo>
                <a:lnTo>
                  <a:pt x="1536" y="952"/>
                </a:lnTo>
                <a:lnTo>
                  <a:pt x="1536" y="948"/>
                </a:lnTo>
                <a:lnTo>
                  <a:pt x="1459" y="129"/>
                </a:lnTo>
                <a:lnTo>
                  <a:pt x="1538" y="975"/>
                </a:lnTo>
                <a:lnTo>
                  <a:pt x="1540" y="977"/>
                </a:lnTo>
                <a:lnTo>
                  <a:pt x="1538" y="977"/>
                </a:lnTo>
                <a:lnTo>
                  <a:pt x="1538" y="975"/>
                </a:lnTo>
                <a:lnTo>
                  <a:pt x="1459" y="129"/>
                </a:lnTo>
                <a:lnTo>
                  <a:pt x="1536" y="975"/>
                </a:lnTo>
                <a:lnTo>
                  <a:pt x="1536" y="977"/>
                </a:lnTo>
                <a:lnTo>
                  <a:pt x="1534" y="977"/>
                </a:lnTo>
                <a:lnTo>
                  <a:pt x="1536" y="975"/>
                </a:lnTo>
                <a:lnTo>
                  <a:pt x="1459" y="129"/>
                </a:lnTo>
                <a:lnTo>
                  <a:pt x="1530" y="898"/>
                </a:lnTo>
                <a:lnTo>
                  <a:pt x="1530" y="900"/>
                </a:lnTo>
                <a:lnTo>
                  <a:pt x="1528" y="898"/>
                </a:lnTo>
                <a:lnTo>
                  <a:pt x="1530" y="898"/>
                </a:lnTo>
                <a:lnTo>
                  <a:pt x="1459" y="129"/>
                </a:lnTo>
                <a:lnTo>
                  <a:pt x="1517" y="996"/>
                </a:lnTo>
                <a:lnTo>
                  <a:pt x="1519" y="998"/>
                </a:lnTo>
                <a:lnTo>
                  <a:pt x="1522" y="1000"/>
                </a:lnTo>
                <a:lnTo>
                  <a:pt x="1524" y="1000"/>
                </a:lnTo>
                <a:lnTo>
                  <a:pt x="1524" y="998"/>
                </a:lnTo>
                <a:lnTo>
                  <a:pt x="1524" y="994"/>
                </a:lnTo>
                <a:lnTo>
                  <a:pt x="1526" y="987"/>
                </a:lnTo>
                <a:lnTo>
                  <a:pt x="1528" y="981"/>
                </a:lnTo>
                <a:lnTo>
                  <a:pt x="1532" y="981"/>
                </a:lnTo>
                <a:lnTo>
                  <a:pt x="1534" y="983"/>
                </a:lnTo>
                <a:lnTo>
                  <a:pt x="1532" y="989"/>
                </a:lnTo>
                <a:lnTo>
                  <a:pt x="1534" y="993"/>
                </a:lnTo>
                <a:lnTo>
                  <a:pt x="1536" y="991"/>
                </a:lnTo>
                <a:lnTo>
                  <a:pt x="1538" y="987"/>
                </a:lnTo>
                <a:lnTo>
                  <a:pt x="1540" y="983"/>
                </a:lnTo>
                <a:lnTo>
                  <a:pt x="1538" y="983"/>
                </a:lnTo>
                <a:lnTo>
                  <a:pt x="1540" y="981"/>
                </a:lnTo>
                <a:lnTo>
                  <a:pt x="1544" y="975"/>
                </a:lnTo>
                <a:lnTo>
                  <a:pt x="1544" y="970"/>
                </a:lnTo>
                <a:lnTo>
                  <a:pt x="1544" y="966"/>
                </a:lnTo>
                <a:lnTo>
                  <a:pt x="1542" y="970"/>
                </a:lnTo>
                <a:lnTo>
                  <a:pt x="1540" y="971"/>
                </a:lnTo>
                <a:lnTo>
                  <a:pt x="1538" y="968"/>
                </a:lnTo>
                <a:lnTo>
                  <a:pt x="1540" y="964"/>
                </a:lnTo>
                <a:lnTo>
                  <a:pt x="1538" y="966"/>
                </a:lnTo>
                <a:lnTo>
                  <a:pt x="1538" y="962"/>
                </a:lnTo>
                <a:lnTo>
                  <a:pt x="1555" y="962"/>
                </a:lnTo>
                <a:lnTo>
                  <a:pt x="1553" y="979"/>
                </a:lnTo>
                <a:lnTo>
                  <a:pt x="1549" y="996"/>
                </a:lnTo>
                <a:lnTo>
                  <a:pt x="1547" y="998"/>
                </a:lnTo>
                <a:lnTo>
                  <a:pt x="1547" y="996"/>
                </a:lnTo>
                <a:lnTo>
                  <a:pt x="1547" y="993"/>
                </a:lnTo>
                <a:lnTo>
                  <a:pt x="1547" y="987"/>
                </a:lnTo>
                <a:lnTo>
                  <a:pt x="1546" y="983"/>
                </a:lnTo>
                <a:lnTo>
                  <a:pt x="1544" y="985"/>
                </a:lnTo>
                <a:lnTo>
                  <a:pt x="1546" y="996"/>
                </a:lnTo>
                <a:lnTo>
                  <a:pt x="1546" y="1000"/>
                </a:lnTo>
                <a:lnTo>
                  <a:pt x="1544" y="1002"/>
                </a:lnTo>
                <a:lnTo>
                  <a:pt x="1542" y="1004"/>
                </a:lnTo>
                <a:lnTo>
                  <a:pt x="1532" y="1000"/>
                </a:lnTo>
                <a:lnTo>
                  <a:pt x="1530" y="1000"/>
                </a:lnTo>
                <a:lnTo>
                  <a:pt x="1530" y="1002"/>
                </a:lnTo>
                <a:lnTo>
                  <a:pt x="1532" y="1010"/>
                </a:lnTo>
                <a:lnTo>
                  <a:pt x="1532" y="1018"/>
                </a:lnTo>
                <a:lnTo>
                  <a:pt x="1530" y="1025"/>
                </a:lnTo>
                <a:lnTo>
                  <a:pt x="1528" y="1027"/>
                </a:lnTo>
                <a:lnTo>
                  <a:pt x="1528" y="1023"/>
                </a:lnTo>
                <a:lnTo>
                  <a:pt x="1528" y="1016"/>
                </a:lnTo>
                <a:lnTo>
                  <a:pt x="1526" y="1016"/>
                </a:lnTo>
                <a:lnTo>
                  <a:pt x="1524" y="1018"/>
                </a:lnTo>
                <a:lnTo>
                  <a:pt x="1522" y="1021"/>
                </a:lnTo>
                <a:lnTo>
                  <a:pt x="1522" y="1029"/>
                </a:lnTo>
                <a:lnTo>
                  <a:pt x="1521" y="1042"/>
                </a:lnTo>
                <a:lnTo>
                  <a:pt x="1522" y="1046"/>
                </a:lnTo>
                <a:lnTo>
                  <a:pt x="1522" y="1048"/>
                </a:lnTo>
                <a:lnTo>
                  <a:pt x="1521" y="1050"/>
                </a:lnTo>
                <a:lnTo>
                  <a:pt x="1519" y="1052"/>
                </a:lnTo>
                <a:lnTo>
                  <a:pt x="1517" y="1052"/>
                </a:lnTo>
                <a:lnTo>
                  <a:pt x="1515" y="1048"/>
                </a:lnTo>
                <a:lnTo>
                  <a:pt x="1511" y="1046"/>
                </a:lnTo>
                <a:lnTo>
                  <a:pt x="1507" y="1046"/>
                </a:lnTo>
                <a:lnTo>
                  <a:pt x="1505" y="1050"/>
                </a:lnTo>
                <a:lnTo>
                  <a:pt x="1503" y="1058"/>
                </a:lnTo>
                <a:lnTo>
                  <a:pt x="1499" y="1064"/>
                </a:lnTo>
                <a:lnTo>
                  <a:pt x="1496" y="1067"/>
                </a:lnTo>
                <a:lnTo>
                  <a:pt x="1494" y="1067"/>
                </a:lnTo>
                <a:lnTo>
                  <a:pt x="1496" y="1062"/>
                </a:lnTo>
                <a:lnTo>
                  <a:pt x="1498" y="1052"/>
                </a:lnTo>
                <a:lnTo>
                  <a:pt x="1496" y="1054"/>
                </a:lnTo>
                <a:lnTo>
                  <a:pt x="1492" y="1054"/>
                </a:lnTo>
                <a:lnTo>
                  <a:pt x="1490" y="1054"/>
                </a:lnTo>
                <a:lnTo>
                  <a:pt x="1488" y="1050"/>
                </a:lnTo>
                <a:lnTo>
                  <a:pt x="1490" y="1046"/>
                </a:lnTo>
                <a:lnTo>
                  <a:pt x="1492" y="1042"/>
                </a:lnTo>
                <a:lnTo>
                  <a:pt x="1496" y="1041"/>
                </a:lnTo>
                <a:lnTo>
                  <a:pt x="1501" y="1042"/>
                </a:lnTo>
                <a:lnTo>
                  <a:pt x="1505" y="1041"/>
                </a:lnTo>
                <a:lnTo>
                  <a:pt x="1505" y="1037"/>
                </a:lnTo>
                <a:lnTo>
                  <a:pt x="1505" y="1027"/>
                </a:lnTo>
                <a:lnTo>
                  <a:pt x="1505" y="1019"/>
                </a:lnTo>
                <a:lnTo>
                  <a:pt x="1507" y="1014"/>
                </a:lnTo>
                <a:lnTo>
                  <a:pt x="1505" y="1016"/>
                </a:lnTo>
                <a:lnTo>
                  <a:pt x="1499" y="1027"/>
                </a:lnTo>
                <a:lnTo>
                  <a:pt x="1498" y="1029"/>
                </a:lnTo>
                <a:lnTo>
                  <a:pt x="1498" y="1027"/>
                </a:lnTo>
                <a:lnTo>
                  <a:pt x="1496" y="1025"/>
                </a:lnTo>
                <a:lnTo>
                  <a:pt x="1494" y="1025"/>
                </a:lnTo>
                <a:lnTo>
                  <a:pt x="1496" y="1023"/>
                </a:lnTo>
                <a:lnTo>
                  <a:pt x="1499" y="1016"/>
                </a:lnTo>
                <a:lnTo>
                  <a:pt x="1501" y="1014"/>
                </a:lnTo>
                <a:lnTo>
                  <a:pt x="1503" y="1016"/>
                </a:lnTo>
                <a:lnTo>
                  <a:pt x="1505" y="1016"/>
                </a:lnTo>
                <a:lnTo>
                  <a:pt x="1507" y="1014"/>
                </a:lnTo>
                <a:lnTo>
                  <a:pt x="1513" y="1008"/>
                </a:lnTo>
                <a:lnTo>
                  <a:pt x="1517" y="1004"/>
                </a:lnTo>
                <a:lnTo>
                  <a:pt x="1515" y="1004"/>
                </a:lnTo>
                <a:lnTo>
                  <a:pt x="1494" y="1016"/>
                </a:lnTo>
                <a:lnTo>
                  <a:pt x="1486" y="1021"/>
                </a:lnTo>
                <a:lnTo>
                  <a:pt x="1490" y="1018"/>
                </a:lnTo>
                <a:lnTo>
                  <a:pt x="1490" y="1016"/>
                </a:lnTo>
                <a:lnTo>
                  <a:pt x="1496" y="1012"/>
                </a:lnTo>
                <a:lnTo>
                  <a:pt x="1511" y="1006"/>
                </a:lnTo>
                <a:lnTo>
                  <a:pt x="1513" y="1002"/>
                </a:lnTo>
                <a:lnTo>
                  <a:pt x="1515" y="996"/>
                </a:lnTo>
                <a:lnTo>
                  <a:pt x="1515" y="994"/>
                </a:lnTo>
                <a:lnTo>
                  <a:pt x="1517" y="994"/>
                </a:lnTo>
                <a:lnTo>
                  <a:pt x="1517" y="996"/>
                </a:lnTo>
                <a:lnTo>
                  <a:pt x="1459" y="129"/>
                </a:lnTo>
                <a:lnTo>
                  <a:pt x="1515" y="925"/>
                </a:lnTo>
                <a:lnTo>
                  <a:pt x="1517" y="925"/>
                </a:lnTo>
                <a:lnTo>
                  <a:pt x="1515" y="927"/>
                </a:lnTo>
                <a:lnTo>
                  <a:pt x="1515" y="925"/>
                </a:lnTo>
                <a:lnTo>
                  <a:pt x="1459" y="129"/>
                </a:lnTo>
                <a:lnTo>
                  <a:pt x="1507" y="943"/>
                </a:lnTo>
                <a:lnTo>
                  <a:pt x="1511" y="939"/>
                </a:lnTo>
                <a:lnTo>
                  <a:pt x="1511" y="937"/>
                </a:lnTo>
                <a:lnTo>
                  <a:pt x="1513" y="931"/>
                </a:lnTo>
                <a:lnTo>
                  <a:pt x="1515" y="935"/>
                </a:lnTo>
                <a:lnTo>
                  <a:pt x="1515" y="939"/>
                </a:lnTo>
                <a:lnTo>
                  <a:pt x="1515" y="943"/>
                </a:lnTo>
                <a:lnTo>
                  <a:pt x="1507" y="946"/>
                </a:lnTo>
                <a:lnTo>
                  <a:pt x="1507" y="943"/>
                </a:lnTo>
                <a:lnTo>
                  <a:pt x="1459" y="129"/>
                </a:lnTo>
                <a:lnTo>
                  <a:pt x="1507" y="962"/>
                </a:lnTo>
                <a:lnTo>
                  <a:pt x="1511" y="960"/>
                </a:lnTo>
                <a:lnTo>
                  <a:pt x="1513" y="958"/>
                </a:lnTo>
                <a:lnTo>
                  <a:pt x="1513" y="960"/>
                </a:lnTo>
                <a:lnTo>
                  <a:pt x="1515" y="958"/>
                </a:lnTo>
                <a:lnTo>
                  <a:pt x="1517" y="960"/>
                </a:lnTo>
                <a:lnTo>
                  <a:pt x="1513" y="962"/>
                </a:lnTo>
                <a:lnTo>
                  <a:pt x="1507" y="968"/>
                </a:lnTo>
                <a:lnTo>
                  <a:pt x="1503" y="973"/>
                </a:lnTo>
                <a:lnTo>
                  <a:pt x="1501" y="979"/>
                </a:lnTo>
                <a:lnTo>
                  <a:pt x="1494" y="983"/>
                </a:lnTo>
                <a:lnTo>
                  <a:pt x="1494" y="981"/>
                </a:lnTo>
                <a:lnTo>
                  <a:pt x="1496" y="979"/>
                </a:lnTo>
                <a:lnTo>
                  <a:pt x="1492" y="981"/>
                </a:lnTo>
                <a:lnTo>
                  <a:pt x="1490" y="981"/>
                </a:lnTo>
                <a:lnTo>
                  <a:pt x="1488" y="981"/>
                </a:lnTo>
                <a:lnTo>
                  <a:pt x="1490" y="979"/>
                </a:lnTo>
                <a:lnTo>
                  <a:pt x="1490" y="970"/>
                </a:lnTo>
                <a:lnTo>
                  <a:pt x="1488" y="975"/>
                </a:lnTo>
                <a:lnTo>
                  <a:pt x="1488" y="964"/>
                </a:lnTo>
                <a:lnTo>
                  <a:pt x="1486" y="964"/>
                </a:lnTo>
                <a:lnTo>
                  <a:pt x="1488" y="960"/>
                </a:lnTo>
                <a:lnTo>
                  <a:pt x="1492" y="960"/>
                </a:lnTo>
                <a:lnTo>
                  <a:pt x="1494" y="968"/>
                </a:lnTo>
                <a:lnTo>
                  <a:pt x="1499" y="971"/>
                </a:lnTo>
                <a:lnTo>
                  <a:pt x="1503" y="973"/>
                </a:lnTo>
                <a:lnTo>
                  <a:pt x="1505" y="971"/>
                </a:lnTo>
                <a:lnTo>
                  <a:pt x="1507" y="962"/>
                </a:lnTo>
                <a:lnTo>
                  <a:pt x="1459" y="129"/>
                </a:lnTo>
                <a:lnTo>
                  <a:pt x="1488" y="119"/>
                </a:lnTo>
                <a:lnTo>
                  <a:pt x="1488" y="121"/>
                </a:lnTo>
                <a:lnTo>
                  <a:pt x="1490" y="121"/>
                </a:lnTo>
                <a:lnTo>
                  <a:pt x="1488" y="119"/>
                </a:lnTo>
                <a:lnTo>
                  <a:pt x="1459" y="129"/>
                </a:lnTo>
                <a:lnTo>
                  <a:pt x="1432" y="92"/>
                </a:lnTo>
                <a:lnTo>
                  <a:pt x="1430" y="92"/>
                </a:lnTo>
                <a:lnTo>
                  <a:pt x="1428" y="94"/>
                </a:lnTo>
                <a:lnTo>
                  <a:pt x="1430" y="96"/>
                </a:lnTo>
                <a:lnTo>
                  <a:pt x="1430" y="94"/>
                </a:lnTo>
                <a:lnTo>
                  <a:pt x="1432" y="92"/>
                </a:lnTo>
                <a:lnTo>
                  <a:pt x="1459" y="129"/>
                </a:lnTo>
                <a:lnTo>
                  <a:pt x="1553" y="376"/>
                </a:lnTo>
                <a:lnTo>
                  <a:pt x="1546" y="426"/>
                </a:lnTo>
                <a:lnTo>
                  <a:pt x="1544" y="418"/>
                </a:lnTo>
                <a:lnTo>
                  <a:pt x="1544" y="422"/>
                </a:lnTo>
                <a:lnTo>
                  <a:pt x="1544" y="424"/>
                </a:lnTo>
                <a:lnTo>
                  <a:pt x="1544" y="422"/>
                </a:lnTo>
                <a:lnTo>
                  <a:pt x="1544" y="440"/>
                </a:lnTo>
                <a:lnTo>
                  <a:pt x="1546" y="445"/>
                </a:lnTo>
                <a:lnTo>
                  <a:pt x="1546" y="442"/>
                </a:lnTo>
                <a:lnTo>
                  <a:pt x="1546" y="440"/>
                </a:lnTo>
                <a:lnTo>
                  <a:pt x="1546" y="451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549" y="484"/>
                </a:lnTo>
                <a:lnTo>
                  <a:pt x="1549" y="488"/>
                </a:lnTo>
                <a:lnTo>
                  <a:pt x="1549" y="478"/>
                </a:lnTo>
                <a:lnTo>
                  <a:pt x="1551" y="491"/>
                </a:lnTo>
                <a:lnTo>
                  <a:pt x="1553" y="486"/>
                </a:lnTo>
                <a:lnTo>
                  <a:pt x="1553" y="480"/>
                </a:lnTo>
                <a:lnTo>
                  <a:pt x="1553" y="465"/>
                </a:lnTo>
                <a:lnTo>
                  <a:pt x="1551" y="445"/>
                </a:lnTo>
                <a:lnTo>
                  <a:pt x="1546" y="426"/>
                </a:lnTo>
                <a:lnTo>
                  <a:pt x="1555" y="374"/>
                </a:lnTo>
                <a:lnTo>
                  <a:pt x="1553" y="376"/>
                </a:lnTo>
                <a:lnTo>
                  <a:pt x="1459" y="129"/>
                </a:lnTo>
                <a:lnTo>
                  <a:pt x="1609" y="397"/>
                </a:lnTo>
                <a:lnTo>
                  <a:pt x="1609" y="386"/>
                </a:lnTo>
                <a:lnTo>
                  <a:pt x="1609" y="384"/>
                </a:lnTo>
                <a:lnTo>
                  <a:pt x="1605" y="372"/>
                </a:lnTo>
                <a:lnTo>
                  <a:pt x="1605" y="369"/>
                </a:lnTo>
                <a:lnTo>
                  <a:pt x="1603" y="372"/>
                </a:lnTo>
                <a:lnTo>
                  <a:pt x="1603" y="380"/>
                </a:lnTo>
                <a:lnTo>
                  <a:pt x="1605" y="390"/>
                </a:lnTo>
                <a:lnTo>
                  <a:pt x="1611" y="405"/>
                </a:lnTo>
                <a:lnTo>
                  <a:pt x="1609" y="397"/>
                </a:lnTo>
                <a:lnTo>
                  <a:pt x="1459" y="129"/>
                </a:lnTo>
                <a:lnTo>
                  <a:pt x="1618" y="943"/>
                </a:lnTo>
                <a:lnTo>
                  <a:pt x="1620" y="943"/>
                </a:lnTo>
                <a:lnTo>
                  <a:pt x="1624" y="943"/>
                </a:lnTo>
                <a:lnTo>
                  <a:pt x="1613" y="943"/>
                </a:lnTo>
                <a:lnTo>
                  <a:pt x="1618" y="943"/>
                </a:lnTo>
                <a:lnTo>
                  <a:pt x="1459" y="129"/>
                </a:lnTo>
                <a:lnTo>
                  <a:pt x="1551" y="524"/>
                </a:lnTo>
                <a:lnTo>
                  <a:pt x="1553" y="532"/>
                </a:lnTo>
                <a:lnTo>
                  <a:pt x="1553" y="528"/>
                </a:lnTo>
                <a:lnTo>
                  <a:pt x="1551" y="524"/>
                </a:lnTo>
                <a:lnTo>
                  <a:pt x="1459" y="129"/>
                </a:lnTo>
                <a:lnTo>
                  <a:pt x="1474" y="54"/>
                </a:lnTo>
                <a:lnTo>
                  <a:pt x="1473" y="52"/>
                </a:lnTo>
                <a:lnTo>
                  <a:pt x="1473" y="54"/>
                </a:lnTo>
                <a:lnTo>
                  <a:pt x="1474" y="54"/>
                </a:lnTo>
                <a:lnTo>
                  <a:pt x="1459" y="129"/>
                </a:lnTo>
                <a:lnTo>
                  <a:pt x="1419" y="42"/>
                </a:lnTo>
                <a:lnTo>
                  <a:pt x="1419" y="44"/>
                </a:lnTo>
                <a:lnTo>
                  <a:pt x="1421" y="44"/>
                </a:lnTo>
                <a:lnTo>
                  <a:pt x="1421" y="42"/>
                </a:lnTo>
                <a:lnTo>
                  <a:pt x="1419" y="42"/>
                </a:lnTo>
                <a:lnTo>
                  <a:pt x="1459" y="129"/>
                </a:lnTo>
                <a:lnTo>
                  <a:pt x="1417" y="34"/>
                </a:lnTo>
                <a:lnTo>
                  <a:pt x="1419" y="34"/>
                </a:lnTo>
                <a:lnTo>
                  <a:pt x="1421" y="33"/>
                </a:lnTo>
                <a:lnTo>
                  <a:pt x="1421" y="31"/>
                </a:lnTo>
                <a:lnTo>
                  <a:pt x="1421" y="29"/>
                </a:lnTo>
                <a:lnTo>
                  <a:pt x="1421" y="27"/>
                </a:lnTo>
                <a:lnTo>
                  <a:pt x="1419" y="27"/>
                </a:lnTo>
                <a:lnTo>
                  <a:pt x="1419" y="29"/>
                </a:lnTo>
                <a:lnTo>
                  <a:pt x="1417" y="29"/>
                </a:lnTo>
                <a:lnTo>
                  <a:pt x="1417" y="31"/>
                </a:lnTo>
                <a:lnTo>
                  <a:pt x="1417" y="33"/>
                </a:lnTo>
                <a:lnTo>
                  <a:pt x="1417" y="34"/>
                </a:lnTo>
                <a:lnTo>
                  <a:pt x="1459" y="129"/>
                </a:lnTo>
                <a:lnTo>
                  <a:pt x="1413" y="13"/>
                </a:lnTo>
                <a:lnTo>
                  <a:pt x="1415" y="15"/>
                </a:lnTo>
                <a:lnTo>
                  <a:pt x="1415" y="13"/>
                </a:lnTo>
                <a:lnTo>
                  <a:pt x="1417" y="11"/>
                </a:lnTo>
                <a:lnTo>
                  <a:pt x="1417" y="10"/>
                </a:lnTo>
                <a:lnTo>
                  <a:pt x="1417" y="8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3" y="10"/>
                </a:lnTo>
                <a:lnTo>
                  <a:pt x="1413" y="11"/>
                </a:lnTo>
                <a:lnTo>
                  <a:pt x="1413" y="13"/>
                </a:lnTo>
                <a:lnTo>
                  <a:pt x="1459" y="129"/>
                </a:lnTo>
                <a:lnTo>
                  <a:pt x="1426" y="15"/>
                </a:lnTo>
                <a:lnTo>
                  <a:pt x="1426" y="13"/>
                </a:lnTo>
                <a:lnTo>
                  <a:pt x="1426" y="11"/>
                </a:lnTo>
                <a:lnTo>
                  <a:pt x="1426" y="10"/>
                </a:lnTo>
                <a:lnTo>
                  <a:pt x="1425" y="11"/>
                </a:lnTo>
                <a:lnTo>
                  <a:pt x="1425" y="13"/>
                </a:lnTo>
                <a:lnTo>
                  <a:pt x="1425" y="15"/>
                </a:lnTo>
                <a:lnTo>
                  <a:pt x="1426" y="15"/>
                </a:lnTo>
                <a:lnTo>
                  <a:pt x="1459" y="129"/>
                </a:lnTo>
                <a:lnTo>
                  <a:pt x="1428" y="34"/>
                </a:lnTo>
                <a:lnTo>
                  <a:pt x="1428" y="36"/>
                </a:lnTo>
                <a:lnTo>
                  <a:pt x="1430" y="34"/>
                </a:lnTo>
                <a:lnTo>
                  <a:pt x="1430" y="33"/>
                </a:lnTo>
                <a:lnTo>
                  <a:pt x="1428" y="34"/>
                </a:lnTo>
                <a:lnTo>
                  <a:pt x="1459" y="129"/>
                </a:lnTo>
                <a:lnTo>
                  <a:pt x="1459" y="90"/>
                </a:lnTo>
                <a:lnTo>
                  <a:pt x="1459" y="88"/>
                </a:lnTo>
                <a:lnTo>
                  <a:pt x="1457" y="88"/>
                </a:lnTo>
                <a:lnTo>
                  <a:pt x="1459" y="90"/>
                </a:lnTo>
                <a:lnTo>
                  <a:pt x="1459" y="129"/>
                </a:lnTo>
                <a:lnTo>
                  <a:pt x="1480" y="65"/>
                </a:lnTo>
                <a:lnTo>
                  <a:pt x="1478" y="65"/>
                </a:lnTo>
                <a:lnTo>
                  <a:pt x="1478" y="67"/>
                </a:lnTo>
                <a:lnTo>
                  <a:pt x="1480" y="65"/>
                </a:lnTo>
                <a:lnTo>
                  <a:pt x="1459" y="129"/>
                </a:lnTo>
                <a:lnTo>
                  <a:pt x="1505" y="359"/>
                </a:lnTo>
                <a:lnTo>
                  <a:pt x="1503" y="351"/>
                </a:lnTo>
                <a:lnTo>
                  <a:pt x="1503" y="355"/>
                </a:lnTo>
                <a:lnTo>
                  <a:pt x="1505" y="359"/>
                </a:lnTo>
                <a:lnTo>
                  <a:pt x="1459" y="129"/>
                </a:lnTo>
                <a:lnTo>
                  <a:pt x="1434" y="40"/>
                </a:lnTo>
                <a:lnTo>
                  <a:pt x="1436" y="40"/>
                </a:lnTo>
                <a:lnTo>
                  <a:pt x="1436" y="38"/>
                </a:lnTo>
                <a:lnTo>
                  <a:pt x="1438" y="38"/>
                </a:lnTo>
                <a:lnTo>
                  <a:pt x="1436" y="36"/>
                </a:lnTo>
                <a:lnTo>
                  <a:pt x="1438" y="36"/>
                </a:lnTo>
                <a:lnTo>
                  <a:pt x="1438" y="34"/>
                </a:lnTo>
                <a:lnTo>
                  <a:pt x="1436" y="33"/>
                </a:lnTo>
                <a:lnTo>
                  <a:pt x="1438" y="33"/>
                </a:lnTo>
                <a:lnTo>
                  <a:pt x="1436" y="33"/>
                </a:lnTo>
                <a:lnTo>
                  <a:pt x="1434" y="33"/>
                </a:lnTo>
                <a:lnTo>
                  <a:pt x="1434" y="34"/>
                </a:lnTo>
                <a:lnTo>
                  <a:pt x="1432" y="36"/>
                </a:lnTo>
                <a:lnTo>
                  <a:pt x="1432" y="40"/>
                </a:lnTo>
                <a:lnTo>
                  <a:pt x="1434" y="40"/>
                </a:lnTo>
                <a:lnTo>
                  <a:pt x="1459" y="129"/>
                </a:lnTo>
                <a:lnTo>
                  <a:pt x="1440" y="77"/>
                </a:lnTo>
                <a:lnTo>
                  <a:pt x="1442" y="77"/>
                </a:lnTo>
                <a:lnTo>
                  <a:pt x="1442" y="75"/>
                </a:lnTo>
                <a:lnTo>
                  <a:pt x="1442" y="73"/>
                </a:lnTo>
                <a:lnTo>
                  <a:pt x="1440" y="73"/>
                </a:lnTo>
                <a:lnTo>
                  <a:pt x="1440" y="75"/>
                </a:lnTo>
                <a:lnTo>
                  <a:pt x="1440" y="77"/>
                </a:lnTo>
                <a:lnTo>
                  <a:pt x="1459" y="129"/>
                </a:lnTo>
                <a:lnTo>
                  <a:pt x="1448" y="59"/>
                </a:lnTo>
                <a:lnTo>
                  <a:pt x="1450" y="61"/>
                </a:lnTo>
                <a:lnTo>
                  <a:pt x="1451" y="61"/>
                </a:lnTo>
                <a:lnTo>
                  <a:pt x="1451" y="59"/>
                </a:lnTo>
                <a:lnTo>
                  <a:pt x="1451" y="58"/>
                </a:lnTo>
                <a:lnTo>
                  <a:pt x="1450" y="58"/>
                </a:lnTo>
                <a:lnTo>
                  <a:pt x="1448" y="58"/>
                </a:lnTo>
                <a:lnTo>
                  <a:pt x="1448" y="59"/>
                </a:lnTo>
                <a:lnTo>
                  <a:pt x="1459" y="129"/>
                </a:lnTo>
                <a:lnTo>
                  <a:pt x="1438" y="2"/>
                </a:lnTo>
                <a:lnTo>
                  <a:pt x="1436" y="2"/>
                </a:lnTo>
                <a:lnTo>
                  <a:pt x="1436" y="4"/>
                </a:lnTo>
                <a:lnTo>
                  <a:pt x="1438" y="2"/>
                </a:lnTo>
                <a:lnTo>
                  <a:pt x="1459" y="129"/>
                </a:lnTo>
                <a:lnTo>
                  <a:pt x="1442" y="54"/>
                </a:lnTo>
                <a:lnTo>
                  <a:pt x="1444" y="52"/>
                </a:lnTo>
                <a:lnTo>
                  <a:pt x="1444" y="50"/>
                </a:lnTo>
                <a:lnTo>
                  <a:pt x="1442" y="52"/>
                </a:lnTo>
                <a:lnTo>
                  <a:pt x="1442" y="54"/>
                </a:lnTo>
                <a:lnTo>
                  <a:pt x="1459" y="129"/>
                </a:lnTo>
                <a:lnTo>
                  <a:pt x="1544" y="981"/>
                </a:lnTo>
                <a:lnTo>
                  <a:pt x="1544" y="983"/>
                </a:lnTo>
                <a:lnTo>
                  <a:pt x="1546" y="981"/>
                </a:lnTo>
                <a:lnTo>
                  <a:pt x="1544" y="981"/>
                </a:lnTo>
                <a:lnTo>
                  <a:pt x="1459" y="129"/>
                </a:lnTo>
                <a:lnTo>
                  <a:pt x="40" y="461"/>
                </a:lnTo>
                <a:lnTo>
                  <a:pt x="40" y="463"/>
                </a:lnTo>
                <a:lnTo>
                  <a:pt x="42" y="459"/>
                </a:lnTo>
                <a:lnTo>
                  <a:pt x="40" y="461"/>
                </a:lnTo>
                <a:lnTo>
                  <a:pt x="1459" y="129"/>
                </a:lnTo>
                <a:lnTo>
                  <a:pt x="1609" y="369"/>
                </a:lnTo>
                <a:lnTo>
                  <a:pt x="1609" y="347"/>
                </a:lnTo>
                <a:lnTo>
                  <a:pt x="1609" y="349"/>
                </a:lnTo>
                <a:lnTo>
                  <a:pt x="1607" y="342"/>
                </a:lnTo>
                <a:lnTo>
                  <a:pt x="1605" y="336"/>
                </a:lnTo>
                <a:lnTo>
                  <a:pt x="1603" y="332"/>
                </a:lnTo>
                <a:lnTo>
                  <a:pt x="1601" y="332"/>
                </a:lnTo>
                <a:lnTo>
                  <a:pt x="1599" y="336"/>
                </a:lnTo>
                <a:lnTo>
                  <a:pt x="1601" y="353"/>
                </a:lnTo>
                <a:lnTo>
                  <a:pt x="1601" y="359"/>
                </a:lnTo>
                <a:lnTo>
                  <a:pt x="1601" y="346"/>
                </a:lnTo>
                <a:lnTo>
                  <a:pt x="1603" y="342"/>
                </a:lnTo>
                <a:lnTo>
                  <a:pt x="1605" y="347"/>
                </a:lnTo>
                <a:lnTo>
                  <a:pt x="1609" y="369"/>
                </a:lnTo>
                <a:lnTo>
                  <a:pt x="1459" y="129"/>
                </a:lnTo>
                <a:lnTo>
                  <a:pt x="1519" y="449"/>
                </a:lnTo>
                <a:lnTo>
                  <a:pt x="1517" y="407"/>
                </a:lnTo>
                <a:lnTo>
                  <a:pt x="1519" y="442"/>
                </a:lnTo>
                <a:lnTo>
                  <a:pt x="1519" y="449"/>
                </a:lnTo>
                <a:lnTo>
                  <a:pt x="1459" y="129"/>
                </a:lnTo>
                <a:lnTo>
                  <a:pt x="40" y="465"/>
                </a:lnTo>
                <a:lnTo>
                  <a:pt x="38" y="466"/>
                </a:lnTo>
                <a:lnTo>
                  <a:pt x="38" y="470"/>
                </a:lnTo>
                <a:lnTo>
                  <a:pt x="40" y="470"/>
                </a:lnTo>
                <a:lnTo>
                  <a:pt x="42" y="468"/>
                </a:lnTo>
                <a:lnTo>
                  <a:pt x="42" y="465"/>
                </a:lnTo>
                <a:lnTo>
                  <a:pt x="40" y="465"/>
                </a:lnTo>
                <a:lnTo>
                  <a:pt x="1459" y="129"/>
                </a:lnTo>
                <a:lnTo>
                  <a:pt x="1572" y="824"/>
                </a:lnTo>
                <a:lnTo>
                  <a:pt x="1570" y="818"/>
                </a:lnTo>
                <a:lnTo>
                  <a:pt x="1572" y="818"/>
                </a:lnTo>
                <a:lnTo>
                  <a:pt x="1574" y="818"/>
                </a:lnTo>
                <a:lnTo>
                  <a:pt x="1576" y="816"/>
                </a:lnTo>
                <a:lnTo>
                  <a:pt x="1574" y="814"/>
                </a:lnTo>
                <a:lnTo>
                  <a:pt x="1572" y="812"/>
                </a:lnTo>
                <a:lnTo>
                  <a:pt x="1570" y="812"/>
                </a:lnTo>
                <a:lnTo>
                  <a:pt x="1572" y="810"/>
                </a:lnTo>
                <a:lnTo>
                  <a:pt x="1576" y="802"/>
                </a:lnTo>
                <a:lnTo>
                  <a:pt x="1572" y="806"/>
                </a:lnTo>
                <a:lnTo>
                  <a:pt x="1569" y="810"/>
                </a:lnTo>
                <a:lnTo>
                  <a:pt x="1569" y="806"/>
                </a:lnTo>
                <a:lnTo>
                  <a:pt x="1569" y="802"/>
                </a:lnTo>
                <a:lnTo>
                  <a:pt x="1567" y="802"/>
                </a:lnTo>
                <a:lnTo>
                  <a:pt x="1567" y="806"/>
                </a:lnTo>
                <a:lnTo>
                  <a:pt x="1563" y="808"/>
                </a:lnTo>
                <a:lnTo>
                  <a:pt x="1565" y="810"/>
                </a:lnTo>
                <a:lnTo>
                  <a:pt x="1563" y="812"/>
                </a:lnTo>
                <a:lnTo>
                  <a:pt x="1559" y="814"/>
                </a:lnTo>
                <a:lnTo>
                  <a:pt x="1563" y="814"/>
                </a:lnTo>
                <a:lnTo>
                  <a:pt x="1563" y="816"/>
                </a:lnTo>
                <a:lnTo>
                  <a:pt x="1563" y="818"/>
                </a:lnTo>
                <a:lnTo>
                  <a:pt x="1563" y="820"/>
                </a:lnTo>
                <a:lnTo>
                  <a:pt x="1565" y="822"/>
                </a:lnTo>
                <a:lnTo>
                  <a:pt x="1567" y="822"/>
                </a:lnTo>
                <a:lnTo>
                  <a:pt x="1567" y="826"/>
                </a:lnTo>
                <a:lnTo>
                  <a:pt x="1569" y="826"/>
                </a:lnTo>
                <a:lnTo>
                  <a:pt x="1570" y="826"/>
                </a:lnTo>
                <a:lnTo>
                  <a:pt x="1572" y="826"/>
                </a:lnTo>
                <a:lnTo>
                  <a:pt x="1572" y="824"/>
                </a:lnTo>
                <a:lnTo>
                  <a:pt x="1459" y="129"/>
                </a:lnTo>
                <a:lnTo>
                  <a:pt x="1597" y="943"/>
                </a:lnTo>
                <a:lnTo>
                  <a:pt x="1592" y="943"/>
                </a:lnTo>
                <a:lnTo>
                  <a:pt x="1597" y="945"/>
                </a:lnTo>
                <a:lnTo>
                  <a:pt x="1597" y="943"/>
                </a:lnTo>
                <a:lnTo>
                  <a:pt x="1459" y="129"/>
                </a:lnTo>
                <a:lnTo>
                  <a:pt x="33" y="428"/>
                </a:lnTo>
                <a:lnTo>
                  <a:pt x="33" y="420"/>
                </a:lnTo>
                <a:lnTo>
                  <a:pt x="33" y="417"/>
                </a:lnTo>
                <a:lnTo>
                  <a:pt x="31" y="418"/>
                </a:lnTo>
                <a:lnTo>
                  <a:pt x="31" y="420"/>
                </a:lnTo>
                <a:lnTo>
                  <a:pt x="31" y="418"/>
                </a:lnTo>
                <a:lnTo>
                  <a:pt x="31" y="411"/>
                </a:lnTo>
                <a:lnTo>
                  <a:pt x="29" y="424"/>
                </a:lnTo>
                <a:lnTo>
                  <a:pt x="29" y="436"/>
                </a:lnTo>
                <a:lnTo>
                  <a:pt x="31" y="428"/>
                </a:lnTo>
                <a:lnTo>
                  <a:pt x="33" y="428"/>
                </a:lnTo>
                <a:lnTo>
                  <a:pt x="1459" y="129"/>
                </a:lnTo>
                <a:lnTo>
                  <a:pt x="1599" y="941"/>
                </a:lnTo>
                <a:lnTo>
                  <a:pt x="1597" y="943"/>
                </a:lnTo>
                <a:lnTo>
                  <a:pt x="1601" y="941"/>
                </a:lnTo>
                <a:lnTo>
                  <a:pt x="1599" y="941"/>
                </a:lnTo>
                <a:lnTo>
                  <a:pt x="1459" y="129"/>
                </a:lnTo>
                <a:lnTo>
                  <a:pt x="1559" y="793"/>
                </a:lnTo>
                <a:lnTo>
                  <a:pt x="1561" y="793"/>
                </a:lnTo>
                <a:lnTo>
                  <a:pt x="1561" y="795"/>
                </a:lnTo>
                <a:lnTo>
                  <a:pt x="1561" y="797"/>
                </a:lnTo>
                <a:lnTo>
                  <a:pt x="1563" y="799"/>
                </a:lnTo>
                <a:lnTo>
                  <a:pt x="1565" y="799"/>
                </a:lnTo>
                <a:lnTo>
                  <a:pt x="1565" y="797"/>
                </a:lnTo>
                <a:lnTo>
                  <a:pt x="1565" y="795"/>
                </a:lnTo>
                <a:lnTo>
                  <a:pt x="1565" y="793"/>
                </a:lnTo>
                <a:lnTo>
                  <a:pt x="1565" y="791"/>
                </a:lnTo>
                <a:lnTo>
                  <a:pt x="1567" y="789"/>
                </a:lnTo>
                <a:lnTo>
                  <a:pt x="1563" y="791"/>
                </a:lnTo>
                <a:lnTo>
                  <a:pt x="1563" y="789"/>
                </a:lnTo>
                <a:lnTo>
                  <a:pt x="1561" y="789"/>
                </a:lnTo>
                <a:lnTo>
                  <a:pt x="1561" y="791"/>
                </a:lnTo>
                <a:lnTo>
                  <a:pt x="1561" y="793"/>
                </a:lnTo>
                <a:lnTo>
                  <a:pt x="1559" y="793"/>
                </a:lnTo>
                <a:lnTo>
                  <a:pt x="1459" y="129"/>
                </a:lnTo>
                <a:lnTo>
                  <a:pt x="1567" y="849"/>
                </a:lnTo>
                <a:lnTo>
                  <a:pt x="1567" y="847"/>
                </a:lnTo>
                <a:lnTo>
                  <a:pt x="1565" y="849"/>
                </a:lnTo>
                <a:lnTo>
                  <a:pt x="1565" y="862"/>
                </a:lnTo>
                <a:lnTo>
                  <a:pt x="1561" y="889"/>
                </a:lnTo>
                <a:lnTo>
                  <a:pt x="1561" y="893"/>
                </a:lnTo>
                <a:lnTo>
                  <a:pt x="1563" y="891"/>
                </a:lnTo>
                <a:lnTo>
                  <a:pt x="1567" y="883"/>
                </a:lnTo>
                <a:lnTo>
                  <a:pt x="1569" y="881"/>
                </a:lnTo>
                <a:lnTo>
                  <a:pt x="1569" y="879"/>
                </a:lnTo>
                <a:lnTo>
                  <a:pt x="1567" y="872"/>
                </a:lnTo>
                <a:lnTo>
                  <a:pt x="1567" y="862"/>
                </a:lnTo>
                <a:lnTo>
                  <a:pt x="1567" y="849"/>
                </a:lnTo>
                <a:lnTo>
                  <a:pt x="1459" y="129"/>
                </a:lnTo>
                <a:lnTo>
                  <a:pt x="1547" y="1129"/>
                </a:lnTo>
                <a:lnTo>
                  <a:pt x="1547" y="1131"/>
                </a:lnTo>
                <a:lnTo>
                  <a:pt x="1549" y="1129"/>
                </a:lnTo>
                <a:lnTo>
                  <a:pt x="1547" y="1129"/>
                </a:lnTo>
                <a:lnTo>
                  <a:pt x="1459" y="129"/>
                </a:lnTo>
                <a:lnTo>
                  <a:pt x="11" y="461"/>
                </a:lnTo>
                <a:lnTo>
                  <a:pt x="13" y="445"/>
                </a:lnTo>
                <a:lnTo>
                  <a:pt x="10" y="461"/>
                </a:lnTo>
                <a:lnTo>
                  <a:pt x="10" y="470"/>
                </a:lnTo>
                <a:lnTo>
                  <a:pt x="11" y="470"/>
                </a:lnTo>
                <a:lnTo>
                  <a:pt x="11" y="461"/>
                </a:lnTo>
                <a:lnTo>
                  <a:pt x="1459" y="129"/>
                </a:lnTo>
                <a:lnTo>
                  <a:pt x="2" y="626"/>
                </a:lnTo>
                <a:lnTo>
                  <a:pt x="0" y="618"/>
                </a:lnTo>
                <a:lnTo>
                  <a:pt x="0" y="628"/>
                </a:lnTo>
                <a:lnTo>
                  <a:pt x="2" y="628"/>
                </a:lnTo>
                <a:lnTo>
                  <a:pt x="2" y="626"/>
                </a:lnTo>
                <a:lnTo>
                  <a:pt x="1459" y="129"/>
                </a:lnTo>
                <a:lnTo>
                  <a:pt x="1572" y="862"/>
                </a:lnTo>
                <a:lnTo>
                  <a:pt x="1574" y="862"/>
                </a:lnTo>
                <a:lnTo>
                  <a:pt x="1576" y="862"/>
                </a:lnTo>
                <a:lnTo>
                  <a:pt x="1578" y="858"/>
                </a:lnTo>
                <a:lnTo>
                  <a:pt x="1574" y="850"/>
                </a:lnTo>
                <a:lnTo>
                  <a:pt x="1572" y="850"/>
                </a:lnTo>
                <a:lnTo>
                  <a:pt x="1572" y="852"/>
                </a:lnTo>
                <a:lnTo>
                  <a:pt x="1570" y="856"/>
                </a:lnTo>
                <a:lnTo>
                  <a:pt x="1570" y="862"/>
                </a:lnTo>
                <a:lnTo>
                  <a:pt x="1572" y="862"/>
                </a:lnTo>
                <a:lnTo>
                  <a:pt x="1459" y="129"/>
                </a:lnTo>
                <a:lnTo>
                  <a:pt x="1570" y="693"/>
                </a:lnTo>
                <a:lnTo>
                  <a:pt x="1570" y="691"/>
                </a:lnTo>
                <a:lnTo>
                  <a:pt x="1569" y="691"/>
                </a:lnTo>
                <a:lnTo>
                  <a:pt x="1567" y="699"/>
                </a:lnTo>
                <a:lnTo>
                  <a:pt x="1569" y="701"/>
                </a:lnTo>
                <a:lnTo>
                  <a:pt x="1572" y="705"/>
                </a:lnTo>
                <a:lnTo>
                  <a:pt x="1572" y="703"/>
                </a:lnTo>
                <a:lnTo>
                  <a:pt x="1570" y="699"/>
                </a:lnTo>
                <a:lnTo>
                  <a:pt x="1569" y="695"/>
                </a:lnTo>
                <a:lnTo>
                  <a:pt x="1570" y="693"/>
                </a:lnTo>
                <a:lnTo>
                  <a:pt x="1459" y="129"/>
                </a:lnTo>
                <a:lnTo>
                  <a:pt x="1565" y="1137"/>
                </a:lnTo>
                <a:lnTo>
                  <a:pt x="1567" y="1133"/>
                </a:lnTo>
                <a:lnTo>
                  <a:pt x="1565" y="1135"/>
                </a:lnTo>
                <a:lnTo>
                  <a:pt x="1565" y="1137"/>
                </a:lnTo>
                <a:lnTo>
                  <a:pt x="1459" y="129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>
              <a:effectLst>
                <a:outerShdw blurRad="50800" dist="5080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5" name="タイトル プレースホルダー 2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00174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7" name="日付プレースホルダー 1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186BD4E-DF9A-4147-A6A6-B6B5E44C6C9B}" type="datetimeFigureOut">
              <a:rPr kumimoji="1" lang="ja-JP" altLang="en-US" smtClean="0"/>
              <a:t>2013/2/28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latinLnBrk="0" hangingPunct="1">
        <a:spcBef>
          <a:spcPct val="0"/>
        </a:spcBef>
        <a:buNone/>
        <a:defRPr kumimoji="1" sz="4400" baseline="0">
          <a:gradFill flip="none" rotWithShape="1">
            <a:gsLst>
              <a:gs pos="60000">
                <a:schemeClr val="tx2"/>
              </a:gs>
              <a:gs pos="100000">
                <a:schemeClr val="tx2">
                  <a:tint val="20000"/>
                </a:schemeClr>
              </a:gs>
            </a:gsLst>
            <a:lin ang="5400000" scaled="1"/>
            <a:tileRect/>
          </a:gradFill>
          <a:effectLst>
            <a:outerShdw blurRad="127000" algn="tl" rotWithShape="0">
              <a:schemeClr val="bg1">
                <a:alpha val="9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u"/>
        <a:defRPr kumimoji="1" sz="3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>
            <a:tint val="75000"/>
          </a:schemeClr>
        </a:buClr>
        <a:buSzPct val="55000"/>
        <a:buFont typeface="Wingdings"/>
        <a:buChar char="u"/>
        <a:defRPr kumimoji="1" sz="28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SzPct val="55000"/>
        <a:buFont typeface="Wingdings"/>
        <a:buChar char="u"/>
        <a:defRPr kumimoji="1" sz="24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50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5">
            <a:shade val="75000"/>
          </a:schemeClr>
        </a:buClr>
        <a:buSzPct val="45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6">
            <a:shade val="75000"/>
          </a:schemeClr>
        </a:buClr>
        <a:buSzPct val="6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tx2">
            <a:tint val="50000"/>
          </a:schemeClr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4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8230194" cy="648072"/>
          </a:xfrm>
        </p:spPr>
        <p:txBody>
          <a:bodyPr>
            <a:noAutofit/>
          </a:bodyPr>
          <a:lstStyle/>
          <a:p>
            <a:r>
              <a:rPr lang="en-US" altLang="ja-JP" sz="3600" dirty="0" smtClean="0">
                <a:latin typeface="Century" pitchFamily="18" charset="0"/>
              </a:rPr>
              <a:t>ASP.NET</a:t>
            </a:r>
            <a:r>
              <a:rPr lang="ja-JP" altLang="en-US" sz="3600" dirty="0" smtClean="0">
                <a:latin typeface="Century" pitchFamily="18" charset="0"/>
              </a:rPr>
              <a:t>を用いた画像変換サイトの作成</a:t>
            </a:r>
            <a:endParaRPr kumimoji="1" lang="ja-JP" altLang="en-US" sz="3600" dirty="0">
              <a:latin typeface="Century" pitchFamily="18" charset="0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355976" y="3717032"/>
            <a:ext cx="4208512" cy="478904"/>
          </a:xfrm>
        </p:spPr>
        <p:txBody>
          <a:bodyPr>
            <a:normAutofit lnSpcReduction="10000"/>
          </a:bodyPr>
          <a:lstStyle/>
          <a:p>
            <a:r>
              <a:rPr kumimoji="1" lang="ja-JP" altLang="en-US" sz="2800" dirty="0" smtClean="0"/>
              <a:t>情報技術科</a:t>
            </a:r>
            <a:r>
              <a:rPr kumimoji="1" lang="en-US" altLang="ja-JP" sz="2800" dirty="0" smtClean="0"/>
              <a:t>2</a:t>
            </a:r>
            <a:r>
              <a:rPr kumimoji="1" lang="ja-JP" altLang="en-US" sz="2800" dirty="0" smtClean="0"/>
              <a:t>年　熊谷竜児</a:t>
            </a:r>
            <a:endParaRPr kumimoji="1" lang="ja-JP" altLang="en-US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355976" y="4292271"/>
            <a:ext cx="4150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担当教員           石舘勝好</a:t>
            </a:r>
            <a:endParaRPr kumimoji="1" lang="ja-JP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61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99792" y="764704"/>
            <a:ext cx="3672408" cy="554320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はじめに</a:t>
            </a:r>
            <a:endParaRPr kumimoji="1" lang="ja-JP" altLang="en-US" dirty="0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683568" y="1556792"/>
            <a:ext cx="7920880" cy="4392488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endParaRPr lang="en-US" altLang="ja-JP" sz="1200" dirty="0" smtClean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sz="3000" dirty="0" smtClean="0"/>
              <a:t>　私は</a:t>
            </a:r>
            <a:r>
              <a:rPr lang="en-US" altLang="ja-JP" sz="3000" dirty="0" smtClean="0"/>
              <a:t>C</a:t>
            </a:r>
            <a:r>
              <a:rPr lang="ja-JP" altLang="ja-JP" sz="3000" dirty="0"/>
              <a:t>言語や</a:t>
            </a:r>
            <a:r>
              <a:rPr lang="en-US" altLang="ja-JP" sz="3000" dirty="0"/>
              <a:t>Java</a:t>
            </a:r>
            <a:r>
              <a:rPr lang="ja-JP" altLang="ja-JP" sz="3000" dirty="0"/>
              <a:t>を用いて画像処理アルゴリズム</a:t>
            </a:r>
            <a:r>
              <a:rPr lang="ja-JP" altLang="ja-JP" sz="3000" dirty="0" smtClean="0"/>
              <a:t>を</a:t>
            </a:r>
            <a:r>
              <a:rPr lang="ja-JP" altLang="en-US" sz="3000" dirty="0" smtClean="0"/>
              <a:t>学びました</a:t>
            </a:r>
            <a:r>
              <a:rPr lang="ja-JP" altLang="ja-JP" sz="3000" dirty="0" smtClean="0"/>
              <a:t>。</a:t>
            </a:r>
            <a:r>
              <a:rPr lang="ja-JP" altLang="ja-JP" sz="3000" dirty="0"/>
              <a:t>そして、</a:t>
            </a:r>
            <a:r>
              <a:rPr lang="en-US" altLang="ja-JP" sz="3000" dirty="0"/>
              <a:t>1</a:t>
            </a:r>
            <a:r>
              <a:rPr lang="ja-JP" altLang="ja-JP" sz="3000" dirty="0"/>
              <a:t>年生の時に授業で学び興味を持った</a:t>
            </a:r>
            <a:r>
              <a:rPr lang="en-US" altLang="ja-JP" sz="3000" dirty="0"/>
              <a:t>Visual Basic</a:t>
            </a:r>
            <a:r>
              <a:rPr lang="ja-JP" altLang="ja-JP" sz="3000" dirty="0"/>
              <a:t>でも、画像処理のプログラムを作ってみたいと</a:t>
            </a:r>
            <a:r>
              <a:rPr lang="ja-JP" altLang="ja-JP" sz="3000" dirty="0" smtClean="0"/>
              <a:t>思いました</a:t>
            </a:r>
            <a:r>
              <a:rPr lang="ja-JP" altLang="en-US" sz="3000" dirty="0" smtClean="0"/>
              <a:t>。　　　　　　　　　　  </a:t>
            </a:r>
            <a:endParaRPr lang="en-US" altLang="ja-JP" sz="3000" dirty="0" smtClean="0"/>
          </a:p>
          <a:p>
            <a:pPr marL="0" indent="0">
              <a:buNone/>
            </a:pPr>
            <a:r>
              <a:rPr lang="ja-JP" altLang="en-US" sz="3000" dirty="0"/>
              <a:t>　</a:t>
            </a:r>
            <a:r>
              <a:rPr lang="ja-JP" altLang="en-US" sz="3000" dirty="0" smtClean="0"/>
              <a:t>そこで</a:t>
            </a:r>
            <a:r>
              <a:rPr lang="en-US" altLang="ja-JP" sz="3000" dirty="0" smtClean="0"/>
              <a:t>, </a:t>
            </a:r>
            <a:r>
              <a:rPr lang="ja-JP" altLang="en-US" sz="3000" dirty="0" smtClean="0"/>
              <a:t>誰</a:t>
            </a:r>
            <a:r>
              <a:rPr lang="ja-JP" altLang="en-US" sz="3000" dirty="0"/>
              <a:t>にでも使えるウェブアプリケーションとして</a:t>
            </a:r>
            <a:r>
              <a:rPr lang="en-US" altLang="ja-JP" sz="3000" dirty="0"/>
              <a:t>ASP.NET</a:t>
            </a:r>
            <a:r>
              <a:rPr lang="ja-JP" altLang="en-US" sz="3000" dirty="0"/>
              <a:t>を使用した画像変換のウェブサイトを作ることにしました。 </a:t>
            </a:r>
            <a:endParaRPr lang="ja-JP" altLang="ja-JP" sz="3000" dirty="0" smtClean="0"/>
          </a:p>
        </p:txBody>
      </p:sp>
    </p:spTree>
    <p:extLst>
      <p:ext uri="{BB962C8B-B14F-4D97-AF65-F5344CB8AC3E}">
        <p14:creationId xmlns:p14="http://schemas.microsoft.com/office/powerpoint/2010/main" val="238481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131840" y="548680"/>
            <a:ext cx="2952328" cy="554320"/>
          </a:xfrm>
        </p:spPr>
        <p:txBody>
          <a:bodyPr>
            <a:normAutofit fontScale="90000"/>
          </a:bodyPr>
          <a:lstStyle/>
          <a:p>
            <a:r>
              <a:rPr lang="ja-JP" altLang="ja-JP" dirty="0">
                <a:effectLst/>
              </a:rPr>
              <a:t>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71600" y="1484784"/>
            <a:ext cx="7560840" cy="41764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ja-JP" altLang="en-US" sz="4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itchFamily="18" charset="0"/>
              </a:rPr>
              <a:t>目的</a:t>
            </a:r>
            <a:endParaRPr lang="en-US" altLang="ja-JP" sz="4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itchFamily="18" charset="0"/>
            </a:endParaRPr>
          </a:p>
          <a:p>
            <a:pPr marL="0" indent="0">
              <a:buNone/>
            </a:pPr>
            <a:endParaRPr lang="en-US" altLang="ja-JP" sz="4100" dirty="0" smtClean="0">
              <a:latin typeface="Century" pitchFamily="18" charset="0"/>
            </a:endParaRPr>
          </a:p>
          <a:p>
            <a:r>
              <a:rPr lang="en-US" altLang="ja-JP" sz="3800" dirty="0"/>
              <a:t>C</a:t>
            </a:r>
            <a:r>
              <a:rPr lang="ja-JP" altLang="ja-JP" sz="3800" dirty="0"/>
              <a:t>言語や</a:t>
            </a:r>
            <a:r>
              <a:rPr lang="en-US" altLang="ja-JP" sz="3800" dirty="0"/>
              <a:t>Java</a:t>
            </a:r>
            <a:r>
              <a:rPr lang="ja-JP" altLang="ja-JP" sz="3800" dirty="0" smtClean="0"/>
              <a:t>で</a:t>
            </a:r>
            <a:r>
              <a:rPr lang="ja-JP" altLang="en-US" sz="3800" dirty="0"/>
              <a:t>学んだ</a:t>
            </a:r>
            <a:r>
              <a:rPr lang="ja-JP" altLang="ja-JP" sz="3800" dirty="0" smtClean="0"/>
              <a:t>画像</a:t>
            </a:r>
            <a:r>
              <a:rPr lang="ja-JP" altLang="ja-JP" sz="3800" dirty="0"/>
              <a:t>変換アルゴリズムに</a:t>
            </a:r>
            <a:r>
              <a:rPr lang="ja-JP" altLang="ja-JP" sz="3800" dirty="0" smtClean="0"/>
              <a:t>ついて</a:t>
            </a:r>
            <a:r>
              <a:rPr lang="ja-JP" altLang="ja-JP" sz="3800" dirty="0"/>
              <a:t>、自分が興味を持った</a:t>
            </a:r>
            <a:r>
              <a:rPr lang="en-US" altLang="ja-JP" sz="3800" dirty="0"/>
              <a:t>ASP.NET</a:t>
            </a:r>
            <a:r>
              <a:rPr lang="ja-JP" altLang="ja-JP" sz="3800" dirty="0"/>
              <a:t>により</a:t>
            </a:r>
            <a:r>
              <a:rPr lang="ja-JP" altLang="ja-JP" sz="3800" dirty="0" smtClean="0"/>
              <a:t>更に理解</a:t>
            </a:r>
            <a:r>
              <a:rPr lang="ja-JP" altLang="ja-JP" sz="3800" dirty="0"/>
              <a:t>を深める</a:t>
            </a:r>
            <a:r>
              <a:rPr lang="ja-JP" altLang="ja-JP" sz="3800" dirty="0" smtClean="0"/>
              <a:t>。</a:t>
            </a:r>
            <a:endParaRPr lang="en-US" altLang="ja-JP" sz="3800" dirty="0" smtClean="0"/>
          </a:p>
          <a:p>
            <a:pPr marL="0" indent="0">
              <a:buNone/>
            </a:pPr>
            <a:endParaRPr lang="ja-JP" altLang="ja-JP" sz="3800" dirty="0"/>
          </a:p>
          <a:p>
            <a:r>
              <a:rPr lang="ja-JP" altLang="ja-JP" sz="3800" dirty="0"/>
              <a:t>また、実用的な</a:t>
            </a:r>
            <a:r>
              <a:rPr lang="ja-JP" altLang="ja-JP" sz="3800" dirty="0" smtClean="0"/>
              <a:t>ユーザーインタ</a:t>
            </a:r>
            <a:r>
              <a:rPr lang="ja-JP" altLang="en-US" sz="3800" dirty="0"/>
              <a:t>ー</a:t>
            </a:r>
            <a:r>
              <a:rPr lang="ja-JP" altLang="ja-JP" sz="3800" dirty="0" smtClean="0"/>
              <a:t>フェイス</a:t>
            </a:r>
            <a:r>
              <a:rPr lang="ja-JP" altLang="ja-JP" sz="3800" dirty="0"/>
              <a:t>を</a:t>
            </a:r>
            <a:r>
              <a:rPr lang="ja-JP" altLang="ja-JP" sz="3800" dirty="0" smtClean="0"/>
              <a:t>持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ja-JP" altLang="en-US" sz="3800" dirty="0"/>
              <a:t>　</a:t>
            </a:r>
            <a:r>
              <a:rPr lang="ja-JP" altLang="en-US" sz="3800" dirty="0" smtClean="0"/>
              <a:t> </a:t>
            </a:r>
            <a:r>
              <a:rPr lang="ja-JP" altLang="ja-JP" sz="3800" dirty="0" err="1" smtClean="0"/>
              <a:t>つ</a:t>
            </a:r>
            <a:r>
              <a:rPr lang="ja-JP" altLang="ja-JP" sz="3800" dirty="0" smtClean="0"/>
              <a:t>ウェブサイト</a:t>
            </a:r>
            <a:r>
              <a:rPr lang="ja-JP" altLang="ja-JP" sz="3800" dirty="0"/>
              <a:t>を作成する。</a:t>
            </a:r>
          </a:p>
          <a:p>
            <a:pPr marL="0" indent="0">
              <a:buNone/>
            </a:pPr>
            <a:r>
              <a:rPr kumimoji="1" lang="ja-JP" altLang="en-US" dirty="0">
                <a:latin typeface="Century" pitchFamily="18" charset="0"/>
              </a:rPr>
              <a:t>　</a:t>
            </a:r>
            <a:endParaRPr kumimoji="1" lang="en-US" altLang="ja-JP" dirty="0" smtClean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0427" y="980728"/>
            <a:ext cx="7791696" cy="554320"/>
          </a:xfrm>
        </p:spPr>
        <p:txBody>
          <a:bodyPr>
            <a:noAutofit/>
          </a:bodyPr>
          <a:lstStyle/>
          <a:p>
            <a:r>
              <a:rPr lang="ja-JP" altLang="en-US" sz="3600" dirty="0" smtClean="0">
                <a:effectLst/>
              </a:rPr>
              <a:t>開発環境</a:t>
            </a:r>
            <a:endParaRPr kumimoji="1" lang="ja-JP" altLang="en-US" sz="3600" dirty="0">
              <a:effectLst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39552" y="2204864"/>
            <a:ext cx="7992888" cy="3888432"/>
          </a:xfrm>
        </p:spPr>
        <p:txBody>
          <a:bodyPr>
            <a:noAutofit/>
          </a:bodyPr>
          <a:lstStyle/>
          <a:p>
            <a:r>
              <a:rPr kumimoji="1" lang="en-US" altLang="ja-JP" sz="3400" dirty="0" smtClean="0">
                <a:latin typeface="Century" pitchFamily="18" charset="0"/>
              </a:rPr>
              <a:t>O S </a:t>
            </a:r>
            <a:r>
              <a:rPr kumimoji="1" lang="ja-JP" altLang="en-US" sz="3400" dirty="0" smtClean="0">
                <a:latin typeface="Century" pitchFamily="18" charset="0"/>
              </a:rPr>
              <a:t>・・・・・・・・・・・</a:t>
            </a:r>
            <a:r>
              <a:rPr kumimoji="1" lang="en-US" altLang="ja-JP" sz="3400" dirty="0" smtClean="0">
                <a:latin typeface="Century" pitchFamily="18" charset="0"/>
              </a:rPr>
              <a:t>Windows7 </a:t>
            </a:r>
            <a:r>
              <a:rPr lang="en-US" altLang="ja-JP" sz="3400" dirty="0" smtClean="0"/>
              <a:t>Ultimate</a:t>
            </a:r>
          </a:p>
          <a:p>
            <a:endParaRPr kumimoji="1" lang="en-US" altLang="ja-JP" sz="3400" dirty="0" smtClean="0">
              <a:latin typeface="Century" pitchFamily="18" charset="0"/>
            </a:endParaRPr>
          </a:p>
          <a:p>
            <a:r>
              <a:rPr lang="ja-JP" altLang="en-US" sz="3400" dirty="0" smtClean="0">
                <a:latin typeface="Century" pitchFamily="18" charset="0"/>
              </a:rPr>
              <a:t>プログラム言語 ・・・</a:t>
            </a:r>
            <a:r>
              <a:rPr lang="en-US" altLang="ja-JP" sz="3400" dirty="0" smtClean="0">
                <a:latin typeface="Century" pitchFamily="18" charset="0"/>
              </a:rPr>
              <a:t>Visual Basic</a:t>
            </a:r>
          </a:p>
          <a:p>
            <a:pPr marL="0" indent="0">
              <a:buNone/>
            </a:pPr>
            <a:r>
              <a:rPr kumimoji="1" lang="en-US" altLang="ja-JP" sz="3400" dirty="0" smtClean="0">
                <a:latin typeface="Century" pitchFamily="18" charset="0"/>
              </a:rPr>
              <a:t>		            (</a:t>
            </a:r>
            <a:r>
              <a:rPr lang="en-US" altLang="ja-JP" sz="3400" dirty="0">
                <a:latin typeface="Century" pitchFamily="18" charset="0"/>
              </a:rPr>
              <a:t>Visual studio </a:t>
            </a:r>
            <a:r>
              <a:rPr lang="en-US" altLang="ja-JP" sz="3400" dirty="0" smtClean="0">
                <a:latin typeface="Century" pitchFamily="18" charset="0"/>
              </a:rPr>
              <a:t>2010</a:t>
            </a:r>
            <a:r>
              <a:rPr kumimoji="1" lang="en-US" altLang="ja-JP" sz="3400" dirty="0" smtClean="0">
                <a:latin typeface="Century" pitchFamily="18" charset="0"/>
              </a:rPr>
              <a:t>)</a:t>
            </a:r>
            <a:endParaRPr kumimoji="1" lang="en-US" altLang="ja-JP" sz="3400" dirty="0">
              <a:latin typeface="Century" pitchFamily="18" charset="0"/>
            </a:endParaRPr>
          </a:p>
          <a:p>
            <a:endParaRPr lang="en-US" altLang="ja-JP" sz="3400" dirty="0" smtClean="0">
              <a:latin typeface="Century" pitchFamily="18" charset="0"/>
            </a:endParaRPr>
          </a:p>
          <a:p>
            <a:r>
              <a:rPr lang="ja-JP" altLang="en-US" sz="3400" dirty="0" smtClean="0">
                <a:latin typeface="Century" pitchFamily="18" charset="0"/>
              </a:rPr>
              <a:t>開発環境・</a:t>
            </a:r>
            <a:r>
              <a:rPr lang="ja-JP" altLang="en-US" sz="3400" dirty="0">
                <a:latin typeface="Century" pitchFamily="18" charset="0"/>
              </a:rPr>
              <a:t>・・・・</a:t>
            </a:r>
            <a:r>
              <a:rPr lang="ja-JP" altLang="en-US" sz="3400" dirty="0" smtClean="0">
                <a:latin typeface="Century" pitchFamily="18" charset="0"/>
              </a:rPr>
              <a:t>・・・</a:t>
            </a:r>
            <a:r>
              <a:rPr lang="en-US" altLang="ja-JP" sz="3400" dirty="0" smtClean="0">
                <a:latin typeface="Century" pitchFamily="18" charset="0"/>
              </a:rPr>
              <a:t>ASP.NET 4.0</a:t>
            </a:r>
            <a:endParaRPr lang="en-US" altLang="ja-JP" sz="3400" dirty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40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>
          <a:xfrm>
            <a:off x="683568" y="445111"/>
            <a:ext cx="7560840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dirty="0" smtClean="0">
                <a:effectLst/>
              </a:rPr>
              <a:t>機能概要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060303" y="5356117"/>
            <a:ext cx="7200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ja-JP" sz="2400" dirty="0" smtClean="0"/>
              <a:t>任意</a:t>
            </a:r>
            <a:r>
              <a:rPr lang="ja-JP" altLang="en-US" sz="2400" dirty="0" smtClean="0"/>
              <a:t>に</a:t>
            </a:r>
            <a:r>
              <a:rPr lang="ja-JP" altLang="ja-JP" sz="2400" dirty="0" smtClean="0"/>
              <a:t>画像を</a:t>
            </a:r>
            <a:r>
              <a:rPr lang="ja-JP" altLang="en-US" sz="2400" dirty="0" smtClean="0"/>
              <a:t>選択し、アップロードボタンを押すことで、</a:t>
            </a:r>
            <a:r>
              <a:rPr lang="ja-JP" altLang="ja-JP" sz="2400" dirty="0" smtClean="0"/>
              <a:t>ブラウザ上</a:t>
            </a:r>
            <a:r>
              <a:rPr lang="ja-JP" altLang="ja-JP" sz="2400" dirty="0"/>
              <a:t>からサーバに</a:t>
            </a:r>
            <a:r>
              <a:rPr lang="ja-JP" altLang="ja-JP" sz="2400" dirty="0" smtClean="0"/>
              <a:t>アップロード</a:t>
            </a:r>
            <a:r>
              <a:rPr lang="ja-JP" altLang="en-US" sz="2400" dirty="0" smtClean="0"/>
              <a:t>する。</a:t>
            </a:r>
            <a:endParaRPr lang="ja-JP" altLang="ja-JP" sz="2400" dirty="0"/>
          </a:p>
        </p:txBody>
      </p:sp>
      <p:pic>
        <p:nvPicPr>
          <p:cNvPr id="1026" name="図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700" y="1196752"/>
            <a:ext cx="6682576" cy="404482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63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757214" y="4365104"/>
            <a:ext cx="73717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・</a:t>
            </a:r>
            <a:r>
              <a:rPr lang="ja-JP" altLang="ja-JP" sz="2800" dirty="0" smtClean="0"/>
              <a:t>変換</a:t>
            </a:r>
            <a:r>
              <a:rPr lang="ja-JP" altLang="ja-JP" sz="2800" dirty="0"/>
              <a:t>方法</a:t>
            </a:r>
            <a:r>
              <a:rPr lang="ja-JP" altLang="ja-JP" sz="2800" dirty="0" smtClean="0"/>
              <a:t>に</a:t>
            </a:r>
            <a:r>
              <a:rPr lang="ja-JP" altLang="en-US" sz="2800" dirty="0"/>
              <a:t>応じた</a:t>
            </a:r>
            <a:r>
              <a:rPr lang="ja-JP" altLang="en-US" sz="2800" dirty="0" smtClean="0"/>
              <a:t>フォームに移動する。</a:t>
            </a:r>
            <a:endParaRPr lang="en-US" altLang="ja-JP" sz="2800" dirty="0" smtClean="0"/>
          </a:p>
          <a:p>
            <a:r>
              <a:rPr lang="ja-JP" altLang="en-US" sz="2800" dirty="0" smtClean="0"/>
              <a:t>・パラメータで効果の強さを調節できる。</a:t>
            </a:r>
            <a:endParaRPr lang="en-US" altLang="ja-JP" sz="2800" dirty="0" smtClean="0"/>
          </a:p>
          <a:p>
            <a:r>
              <a:rPr lang="ja-JP" altLang="en-US" sz="2800" dirty="0" smtClean="0"/>
              <a:t>・画像を</a:t>
            </a:r>
            <a:r>
              <a:rPr lang="ja-JP" altLang="ja-JP" sz="2800" dirty="0" smtClean="0"/>
              <a:t>保存したいときは右クリックし保存する</a:t>
            </a:r>
            <a:r>
              <a:rPr lang="ja-JP" altLang="en-US" sz="2800" dirty="0" smtClean="0"/>
              <a:t>。</a:t>
            </a:r>
            <a:endParaRPr lang="ja-JP" altLang="ja-JP" sz="2800" dirty="0"/>
          </a:p>
        </p:txBody>
      </p:sp>
      <p:pic>
        <p:nvPicPr>
          <p:cNvPr id="5" name="図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70" y="1091600"/>
            <a:ext cx="3768846" cy="270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1180908" y="3192651"/>
            <a:ext cx="582780" cy="472698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角丸四角形吹き出し 9"/>
          <p:cNvSpPr/>
          <p:nvPr/>
        </p:nvSpPr>
        <p:spPr>
          <a:xfrm>
            <a:off x="1862750" y="2097836"/>
            <a:ext cx="2133185" cy="683092"/>
          </a:xfrm>
          <a:prstGeom prst="wedgeRoundRectCallout">
            <a:avLst>
              <a:gd name="adj1" fmla="val -64236"/>
              <a:gd name="adj2" fmla="val 12480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ja-JP" sz="2400" dirty="0">
                <a:solidFill>
                  <a:schemeClr val="tx1"/>
                </a:solidFill>
              </a:rPr>
              <a:t>ぼかしの選択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pic>
        <p:nvPicPr>
          <p:cNvPr id="11" name="図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091600"/>
            <a:ext cx="3968493" cy="270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線矢印コネクタ 2"/>
          <p:cNvCxnSpPr/>
          <p:nvPr/>
        </p:nvCxnSpPr>
        <p:spPr>
          <a:xfrm>
            <a:off x="4139952" y="2780928"/>
            <a:ext cx="57606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角丸四角形吹き出し 13"/>
          <p:cNvSpPr/>
          <p:nvPr/>
        </p:nvSpPr>
        <p:spPr>
          <a:xfrm>
            <a:off x="5995801" y="2259592"/>
            <a:ext cx="2133185" cy="683092"/>
          </a:xfrm>
          <a:prstGeom prst="wedgeRoundRectCallout">
            <a:avLst>
              <a:gd name="adj1" fmla="val -64236"/>
              <a:gd name="adj2" fmla="val 12480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ja-JP" sz="2400" dirty="0">
                <a:solidFill>
                  <a:schemeClr val="tx1"/>
                </a:solidFill>
              </a:rPr>
              <a:t>ぼかし</a:t>
            </a:r>
            <a:r>
              <a:rPr lang="ja-JP" altLang="ja-JP" sz="2400" dirty="0" smtClean="0">
                <a:solidFill>
                  <a:schemeClr val="tx1"/>
                </a:solidFill>
              </a:rPr>
              <a:t>の</a:t>
            </a:r>
            <a:r>
              <a:rPr lang="ja-JP" altLang="en-US" sz="2400" dirty="0" smtClean="0">
                <a:solidFill>
                  <a:schemeClr val="tx1"/>
                </a:solidFill>
              </a:rPr>
              <a:t>調節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Oval 3"/>
          <p:cNvSpPr>
            <a:spLocks noChangeArrowheads="1"/>
          </p:cNvSpPr>
          <p:nvPr/>
        </p:nvSpPr>
        <p:spPr bwMode="auto">
          <a:xfrm>
            <a:off x="5220072" y="3429000"/>
            <a:ext cx="582780" cy="472698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4295" tIns="8890" rIns="74295" bIns="889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7522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48604"/>
            <a:ext cx="5400040" cy="4065905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55776" y="332656"/>
            <a:ext cx="3239800" cy="720080"/>
          </a:xfrm>
        </p:spPr>
        <p:txBody>
          <a:bodyPr>
            <a:noAutofit/>
          </a:bodyPr>
          <a:lstStyle/>
          <a:p>
            <a:r>
              <a:rPr kumimoji="1" lang="ja-JP" altLang="en-US" sz="4000" dirty="0" smtClean="0"/>
              <a:t>設計及び製作</a:t>
            </a:r>
            <a:endParaRPr kumimoji="1" lang="ja-JP" altLang="en-US" sz="4000" dirty="0"/>
          </a:p>
        </p:txBody>
      </p:sp>
      <p:sp>
        <p:nvSpPr>
          <p:cNvPr id="7" name="タイトル 1"/>
          <p:cNvSpPr txBox="1">
            <a:spLocks/>
          </p:cNvSpPr>
          <p:nvPr/>
        </p:nvSpPr>
        <p:spPr>
          <a:xfrm>
            <a:off x="683568" y="1196752"/>
            <a:ext cx="6480720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3200" dirty="0" smtClean="0">
                <a:effectLst/>
              </a:rPr>
              <a:t>画面取得用</a:t>
            </a:r>
            <a:r>
              <a:rPr lang="en-US" altLang="ja-JP" sz="3200" dirty="0" smtClean="0">
                <a:effectLst/>
                <a:latin typeface="+mn-lt"/>
              </a:rPr>
              <a:t>Web</a:t>
            </a:r>
            <a:r>
              <a:rPr lang="ja-JP" altLang="en-US" sz="3200" dirty="0" smtClean="0">
                <a:effectLst/>
              </a:rPr>
              <a:t>フォームの作成</a:t>
            </a:r>
            <a:endParaRPr lang="ja-JP" altLang="en-US" sz="3200" dirty="0">
              <a:effectLst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2243762" y="4628356"/>
            <a:ext cx="669674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300" dirty="0"/>
              <a:t>Web</a:t>
            </a:r>
            <a:r>
              <a:rPr lang="ja-JP" altLang="ja-JP" sz="2300" dirty="0"/>
              <a:t>フォームに画像変換処理のプログラムを</a:t>
            </a:r>
            <a:r>
              <a:rPr lang="ja-JP" altLang="ja-JP" sz="2300" dirty="0" smtClean="0"/>
              <a:t>書かず</a:t>
            </a:r>
            <a:r>
              <a:rPr lang="en-US" altLang="ja-JP" sz="2300" dirty="0" smtClean="0"/>
              <a:t>,</a:t>
            </a:r>
          </a:p>
          <a:p>
            <a:r>
              <a:rPr lang="en-US" altLang="ja-JP" sz="2300" dirty="0" smtClean="0"/>
              <a:t> </a:t>
            </a:r>
            <a:r>
              <a:rPr lang="en-US" altLang="ja-JP" sz="2300" dirty="0"/>
              <a:t>”</a:t>
            </a:r>
            <a:r>
              <a:rPr lang="en-US" altLang="ja-JP" sz="2300" dirty="0" err="1"/>
              <a:t>MyImage</a:t>
            </a:r>
            <a:r>
              <a:rPr lang="en-US" altLang="ja-JP" sz="2300" dirty="0"/>
              <a:t>” </a:t>
            </a:r>
            <a:r>
              <a:rPr lang="ja-JP" altLang="ja-JP" sz="2300" dirty="0"/>
              <a:t>という画像処理を行うクラスを作成して</a:t>
            </a:r>
            <a:r>
              <a:rPr lang="en-US" altLang="ja-JP" sz="2300" dirty="0"/>
              <a:t>, </a:t>
            </a:r>
            <a:endParaRPr lang="en-US" altLang="ja-JP" sz="2300" dirty="0" smtClean="0"/>
          </a:p>
          <a:p>
            <a:r>
              <a:rPr lang="ja-JP" altLang="ja-JP" sz="2300" dirty="0" smtClean="0"/>
              <a:t>それ</a:t>
            </a:r>
            <a:r>
              <a:rPr lang="ja-JP" altLang="ja-JP" sz="2300" dirty="0"/>
              <a:t>を呼び出す方式に</a:t>
            </a:r>
            <a:r>
              <a:rPr lang="ja-JP" altLang="ja-JP" sz="2300" dirty="0" smtClean="0"/>
              <a:t>した</a:t>
            </a:r>
            <a:r>
              <a:rPr lang="ja-JP" altLang="en-US" sz="2300" dirty="0" smtClean="0"/>
              <a:t>。</a:t>
            </a:r>
            <a:endParaRPr lang="ja-JP" altLang="en-US" sz="2300" dirty="0"/>
          </a:p>
        </p:txBody>
      </p:sp>
      <p:pic>
        <p:nvPicPr>
          <p:cNvPr id="10" name="図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703" y="2780928"/>
            <a:ext cx="6278853" cy="170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2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>
          <a:xfrm>
            <a:off x="683567" y="847584"/>
            <a:ext cx="7201305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ja-JP" sz="3600" dirty="0" smtClean="0">
                <a:effectLst/>
              </a:rPr>
              <a:t>画像</a:t>
            </a:r>
            <a:r>
              <a:rPr lang="ja-JP" altLang="ja-JP" sz="3600" dirty="0">
                <a:effectLst/>
              </a:rPr>
              <a:t>アップロード</a:t>
            </a:r>
            <a:r>
              <a:rPr lang="en-US" altLang="ja-JP" sz="3600" dirty="0">
                <a:effectLst/>
                <a:latin typeface="+mn-lt"/>
              </a:rPr>
              <a:t>Web</a:t>
            </a:r>
            <a:r>
              <a:rPr lang="ja-JP" altLang="ja-JP" sz="3600" dirty="0">
                <a:effectLst/>
              </a:rPr>
              <a:t>ホームの作成</a:t>
            </a:r>
            <a:endParaRPr lang="ja-JP" altLang="en-US" sz="3600" dirty="0">
              <a:effectLst/>
            </a:endParaRPr>
          </a:p>
        </p:txBody>
      </p:sp>
      <p:pic>
        <p:nvPicPr>
          <p:cNvPr id="1027" name="Picture 3" descr="P:\卒研\ページの遷移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183051" cy="474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560" y="5157192"/>
            <a:ext cx="1428750" cy="1438275"/>
          </a:xfrm>
          <a:prstGeom prst="rect">
            <a:avLst/>
          </a:prstGeom>
        </p:spPr>
      </p:pic>
      <p:cxnSp>
        <p:nvCxnSpPr>
          <p:cNvPr id="3" name="直線コネクタ 2"/>
          <p:cNvCxnSpPr/>
          <p:nvPr/>
        </p:nvCxnSpPr>
        <p:spPr>
          <a:xfrm>
            <a:off x="4211960" y="3212976"/>
            <a:ext cx="34563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/>
          <p:cNvSpPr txBox="1"/>
          <p:nvPr/>
        </p:nvSpPr>
        <p:spPr>
          <a:xfrm>
            <a:off x="3779912" y="3212976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 smtClean="0">
                <a:solidFill>
                  <a:schemeClr val="bg2">
                    <a:lumMod val="50000"/>
                  </a:schemeClr>
                </a:solidFill>
              </a:rPr>
              <a:t>アップロードされた画像ファイル名</a:t>
            </a:r>
            <a:endParaRPr kumimoji="1" lang="ja-JP" altLang="en-US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:\卒研\ページの遷移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764704"/>
            <a:ext cx="810467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4797152"/>
            <a:ext cx="1728192" cy="1728192"/>
          </a:xfrm>
          <a:prstGeom prst="rect">
            <a:avLst/>
          </a:prstGeom>
        </p:spPr>
      </p:pic>
      <p:cxnSp>
        <p:nvCxnSpPr>
          <p:cNvPr id="4" name="直線矢印コネクタ 3"/>
          <p:cNvCxnSpPr/>
          <p:nvPr/>
        </p:nvCxnSpPr>
        <p:spPr>
          <a:xfrm flipV="1">
            <a:off x="5004048" y="5013176"/>
            <a:ext cx="1296144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正方形/長方形 4"/>
          <p:cNvSpPr/>
          <p:nvPr/>
        </p:nvSpPr>
        <p:spPr>
          <a:xfrm>
            <a:off x="5004048" y="4473560"/>
            <a:ext cx="11248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2</a:t>
            </a:r>
            <a:r>
              <a:rPr lang="ja-JP" altLang="ja-JP" sz="2800" dirty="0"/>
              <a:t>値化</a:t>
            </a:r>
            <a:endParaRPr lang="ja-JP" altLang="en-US" sz="2800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5724128" y="1916832"/>
            <a:ext cx="21602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5940152" y="1988624"/>
            <a:ext cx="2776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 smtClean="0">
                <a:solidFill>
                  <a:schemeClr val="bg2">
                    <a:lumMod val="50000"/>
                  </a:schemeClr>
                </a:solidFill>
              </a:rPr>
              <a:t>調節用のパラメータ</a:t>
            </a:r>
            <a:endParaRPr kumimoji="1" lang="ja-JP" altLang="en-US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6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>
          <a:xfrm>
            <a:off x="683567" y="896003"/>
            <a:ext cx="7201305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ja-JP" sz="3200" dirty="0" smtClean="0">
                <a:effectLst/>
              </a:rPr>
              <a:t>画像</a:t>
            </a:r>
            <a:r>
              <a:rPr lang="ja-JP" altLang="ja-JP" sz="3200" dirty="0">
                <a:effectLst/>
              </a:rPr>
              <a:t>処理クラス</a:t>
            </a:r>
            <a:r>
              <a:rPr lang="en-US" altLang="ja-JP" sz="3200" dirty="0">
                <a:effectLst/>
              </a:rPr>
              <a:t> </a:t>
            </a:r>
            <a:r>
              <a:rPr lang="en-US" altLang="ja-JP" sz="3200" dirty="0" err="1">
                <a:effectLst/>
                <a:latin typeface="+mn-lt"/>
              </a:rPr>
              <a:t>MyImage</a:t>
            </a:r>
            <a:r>
              <a:rPr lang="ja-JP" altLang="ja-JP" sz="3200" dirty="0">
                <a:effectLst/>
              </a:rPr>
              <a:t>の作成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066919" y="1556792"/>
            <a:ext cx="7056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.</a:t>
            </a:r>
            <a:r>
              <a:rPr lang="en-US" altLang="ja-JP" sz="2400" dirty="0"/>
              <a:t>NET</a:t>
            </a:r>
            <a:r>
              <a:rPr lang="ja-JP" altLang="ja-JP" sz="2400" dirty="0"/>
              <a:t>の</a:t>
            </a:r>
            <a:r>
              <a:rPr lang="en-US" altLang="ja-JP" sz="2400" dirty="0" err="1"/>
              <a:t>System.Drawing.Bitmap</a:t>
            </a:r>
            <a:r>
              <a:rPr lang="ja-JP" altLang="ja-JP" sz="2400" dirty="0"/>
              <a:t>クラスを</a:t>
            </a:r>
            <a:r>
              <a:rPr lang="ja-JP" altLang="ja-JP" sz="2400" dirty="0" smtClean="0"/>
              <a:t>使ってピクセル</a:t>
            </a:r>
            <a:r>
              <a:rPr lang="ja-JP" altLang="ja-JP" sz="2400" dirty="0"/>
              <a:t>単位</a:t>
            </a:r>
            <a:r>
              <a:rPr lang="ja-JP" altLang="ja-JP" sz="2400" dirty="0" smtClean="0"/>
              <a:t>の処理</a:t>
            </a:r>
            <a:r>
              <a:rPr lang="ja-JP" altLang="ja-JP" sz="2400" dirty="0"/>
              <a:t>を</a:t>
            </a:r>
            <a:r>
              <a:rPr lang="ja-JP" altLang="ja-JP" sz="2400" dirty="0" smtClean="0"/>
              <a:t>行って</a:t>
            </a:r>
            <a:r>
              <a:rPr lang="ja-JP" altLang="en-US" sz="2400" dirty="0" smtClean="0"/>
              <a:t>いる</a:t>
            </a:r>
            <a:r>
              <a:rPr lang="ja-JP" altLang="ja-JP" sz="2400" dirty="0" smtClean="0"/>
              <a:t>。</a:t>
            </a:r>
            <a:endParaRPr lang="en-US" altLang="ja-JP" sz="2400" dirty="0" smtClean="0"/>
          </a:p>
        </p:txBody>
      </p:sp>
      <p:pic>
        <p:nvPicPr>
          <p:cNvPr id="11" name="図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77" y="2492896"/>
            <a:ext cx="5653245" cy="3736563"/>
          </a:xfrm>
          <a:prstGeom prst="rect">
            <a:avLst/>
          </a:prstGeom>
        </p:spPr>
      </p:pic>
      <p:sp>
        <p:nvSpPr>
          <p:cNvPr id="2" name="右中かっこ 1"/>
          <p:cNvSpPr/>
          <p:nvPr/>
        </p:nvSpPr>
        <p:spPr>
          <a:xfrm>
            <a:off x="5724128" y="4437112"/>
            <a:ext cx="360040" cy="1440160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156176" y="4925199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 smtClean="0">
                <a:solidFill>
                  <a:schemeClr val="bg2">
                    <a:lumMod val="50000"/>
                  </a:schemeClr>
                </a:solidFill>
              </a:rPr>
              <a:t>画像変換用のメソッド</a:t>
            </a:r>
            <a:endParaRPr kumimoji="1" lang="ja-JP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右中かっこ 7"/>
          <p:cNvSpPr/>
          <p:nvPr/>
        </p:nvSpPr>
        <p:spPr>
          <a:xfrm>
            <a:off x="5696508" y="3068960"/>
            <a:ext cx="360040" cy="1152128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128556" y="3444969"/>
            <a:ext cx="21158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 smtClean="0">
                <a:solidFill>
                  <a:schemeClr val="bg2">
                    <a:lumMod val="50000"/>
                  </a:schemeClr>
                </a:solidFill>
              </a:rPr>
              <a:t>画像のプロパティ</a:t>
            </a:r>
            <a:endParaRPr kumimoji="1" lang="ja-JP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4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>
          <a:xfrm>
            <a:off x="2411760" y="896003"/>
            <a:ext cx="4320481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ja-JP" sz="3200" dirty="0" smtClean="0">
                <a:effectLst/>
              </a:rPr>
              <a:t>画像</a:t>
            </a:r>
            <a:r>
              <a:rPr lang="ja-JP" altLang="en-US" sz="3200" dirty="0" smtClean="0">
                <a:effectLst/>
              </a:rPr>
              <a:t>変換のアルゴリズム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395536" y="1666463"/>
            <a:ext cx="20162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①　ぼかし</a:t>
            </a:r>
            <a:endParaRPr lang="ja-JP" altLang="ja-JP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746422" y="2666686"/>
            <a:ext cx="73638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行列サイズ</a:t>
            </a:r>
            <a:r>
              <a:rPr lang="en-US" altLang="ja-JP" sz="2400" dirty="0" smtClean="0"/>
              <a:t>3×3</a:t>
            </a:r>
            <a:r>
              <a:rPr lang="ja-JP" altLang="en-US" sz="2400" dirty="0"/>
              <a:t>～</a:t>
            </a:r>
            <a:r>
              <a:rPr lang="en-US" altLang="ja-JP" sz="2400" dirty="0" smtClean="0"/>
              <a:t>21×2</a:t>
            </a:r>
            <a:r>
              <a:rPr lang="ja-JP" altLang="en-US" sz="2400" dirty="0" smtClean="0"/>
              <a:t>１の移動平均フィルタを用いる。</a:t>
            </a:r>
            <a:endParaRPr lang="en-US" altLang="ja-JP" sz="2400" dirty="0" smtClean="0"/>
          </a:p>
        </p:txBody>
      </p:sp>
      <p:sp>
        <p:nvSpPr>
          <p:cNvPr id="5" name="正方形/長方形 4"/>
          <p:cNvSpPr/>
          <p:nvPr/>
        </p:nvSpPr>
        <p:spPr>
          <a:xfrm>
            <a:off x="940396" y="3147278"/>
            <a:ext cx="28262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移動平均フィルタの公式</a:t>
            </a:r>
            <a:endParaRPr lang="ja-JP" altLang="ja-JP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1084757" y="3595295"/>
            <a:ext cx="11246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ja-JP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f( i, j) =</a:t>
            </a:r>
            <a:endParaRPr lang="ja-JP" altLang="ja-JP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2209452" y="3595295"/>
            <a:ext cx="21465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ja-JP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g( i, j) </a:t>
            </a:r>
            <a:r>
              <a:rPr lang="ja-JP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＊ </a:t>
            </a:r>
            <a:r>
              <a:rPr lang="en-US" altLang="ja-JP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M( i, j)</a:t>
            </a:r>
            <a:endParaRPr lang="ja-JP" altLang="ja-JP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748767" y="4197761"/>
            <a:ext cx="13749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/>
              <a:t>3×3</a:t>
            </a:r>
            <a:r>
              <a:rPr lang="ja-JP" altLang="en-US" dirty="0" smtClean="0"/>
              <a:t>の場合</a:t>
            </a:r>
            <a:endParaRPr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4788024" y="4196302"/>
            <a:ext cx="13749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/>
              <a:t>5×5</a:t>
            </a:r>
            <a:r>
              <a:rPr lang="ja-JP" altLang="en-US" dirty="0" smtClean="0"/>
              <a:t>の場合</a:t>
            </a:r>
            <a:endParaRPr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721900" y="4875470"/>
            <a:ext cx="1224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M( i, j) =</a:t>
            </a:r>
            <a:endParaRPr lang="ja-JP" altLang="ja-JP" sz="2000" dirty="0"/>
          </a:p>
        </p:txBody>
      </p:sp>
      <p:sp>
        <p:nvSpPr>
          <p:cNvPr id="16" name="正方形/長方形 15"/>
          <p:cNvSpPr/>
          <p:nvPr/>
        </p:nvSpPr>
        <p:spPr>
          <a:xfrm>
            <a:off x="4778315" y="4875470"/>
            <a:ext cx="1224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M( i, j) =</a:t>
            </a:r>
            <a:endParaRPr lang="ja-JP" altLang="ja-JP" sz="2000" dirty="0"/>
          </a:p>
        </p:txBody>
      </p:sp>
      <p:sp>
        <p:nvSpPr>
          <p:cNvPr id="17" name="正方形/長方形 16"/>
          <p:cNvSpPr/>
          <p:nvPr/>
        </p:nvSpPr>
        <p:spPr>
          <a:xfrm>
            <a:off x="2512713" y="4591762"/>
            <a:ext cx="1540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/>
              <a:t> </a:t>
            </a:r>
            <a:r>
              <a:rPr lang="en-US" altLang="ja-JP" sz="2000" dirty="0" smtClean="0"/>
              <a:t>1      1      1</a:t>
            </a:r>
          </a:p>
          <a:p>
            <a:r>
              <a:rPr lang="en-US" altLang="ja-JP" sz="2000" dirty="0"/>
              <a:t> 1      </a:t>
            </a:r>
            <a:r>
              <a:rPr lang="en-US" altLang="ja-JP" sz="2000" dirty="0" smtClean="0"/>
              <a:t>2      </a:t>
            </a:r>
            <a:r>
              <a:rPr lang="en-US" altLang="ja-JP" sz="2000" dirty="0"/>
              <a:t>1</a:t>
            </a:r>
          </a:p>
          <a:p>
            <a:r>
              <a:rPr lang="en-US" altLang="ja-JP" sz="2000" dirty="0"/>
              <a:t> 1      1      </a:t>
            </a:r>
            <a:r>
              <a:rPr lang="en-US" altLang="ja-JP" sz="2000" dirty="0" smtClean="0"/>
              <a:t>1</a:t>
            </a:r>
            <a:endParaRPr lang="en-US" altLang="ja-JP" sz="2000" dirty="0"/>
          </a:p>
        </p:txBody>
      </p:sp>
      <p:sp>
        <p:nvSpPr>
          <p:cNvPr id="18" name="左大かっこ 17"/>
          <p:cNvSpPr/>
          <p:nvPr/>
        </p:nvSpPr>
        <p:spPr>
          <a:xfrm>
            <a:off x="2512713" y="4591762"/>
            <a:ext cx="45719" cy="101566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大かっこ 18"/>
          <p:cNvSpPr/>
          <p:nvPr/>
        </p:nvSpPr>
        <p:spPr>
          <a:xfrm>
            <a:off x="4008142" y="4591761"/>
            <a:ext cx="45719" cy="1015663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/>
          <p:cNvCxnSpPr/>
          <p:nvPr/>
        </p:nvCxnSpPr>
        <p:spPr>
          <a:xfrm>
            <a:off x="1979712" y="5075525"/>
            <a:ext cx="3737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/>
          <p:cNvSpPr/>
          <p:nvPr/>
        </p:nvSpPr>
        <p:spPr>
          <a:xfrm>
            <a:off x="1946036" y="510915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/>
              <a:t>10</a:t>
            </a:r>
            <a:endParaRPr lang="ja-JP" altLang="en-US" dirty="0"/>
          </a:p>
        </p:txBody>
      </p:sp>
      <p:sp>
        <p:nvSpPr>
          <p:cNvPr id="23" name="正方形/長方形 22"/>
          <p:cNvSpPr/>
          <p:nvPr/>
        </p:nvSpPr>
        <p:spPr>
          <a:xfrm>
            <a:off x="2010155" y="4690804"/>
            <a:ext cx="3129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/>
              <a:t>1</a:t>
            </a:r>
            <a:endParaRPr lang="ja-JP" altLang="en-US" dirty="0"/>
          </a:p>
        </p:txBody>
      </p:sp>
      <p:sp>
        <p:nvSpPr>
          <p:cNvPr id="24" name="正方形/長方形 23"/>
          <p:cNvSpPr/>
          <p:nvPr/>
        </p:nvSpPr>
        <p:spPr>
          <a:xfrm>
            <a:off x="6559950" y="4196302"/>
            <a:ext cx="154000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/>
              <a:t> </a:t>
            </a:r>
            <a:r>
              <a:rPr lang="en-US" altLang="ja-JP" sz="2000" dirty="0" smtClean="0"/>
              <a:t>1  1  1  1  1</a:t>
            </a:r>
          </a:p>
          <a:p>
            <a:r>
              <a:rPr lang="en-US" altLang="ja-JP" sz="2000" dirty="0" smtClean="0"/>
              <a:t> 1  2  2  2  1</a:t>
            </a:r>
            <a:endParaRPr lang="en-US" altLang="ja-JP" sz="2000" dirty="0"/>
          </a:p>
          <a:p>
            <a:r>
              <a:rPr lang="en-US" altLang="ja-JP" sz="2000" dirty="0" smtClean="0"/>
              <a:t> 1  2  3  2  1</a:t>
            </a:r>
          </a:p>
          <a:p>
            <a:r>
              <a:rPr lang="en-US" altLang="ja-JP" sz="2000" dirty="0" smtClean="0"/>
              <a:t> 1  2  2  2  1</a:t>
            </a:r>
            <a:endParaRPr lang="en-US" altLang="ja-JP" sz="2000" dirty="0"/>
          </a:p>
          <a:p>
            <a:r>
              <a:rPr lang="en-US" altLang="ja-JP" sz="2000" dirty="0" smtClean="0"/>
              <a:t> 1  1  1  1  1</a:t>
            </a:r>
            <a:endParaRPr lang="en-US" altLang="ja-JP" sz="2000" dirty="0"/>
          </a:p>
        </p:txBody>
      </p:sp>
      <p:sp>
        <p:nvSpPr>
          <p:cNvPr id="25" name="左大かっこ 24"/>
          <p:cNvSpPr/>
          <p:nvPr/>
        </p:nvSpPr>
        <p:spPr>
          <a:xfrm>
            <a:off x="6569128" y="4317674"/>
            <a:ext cx="45719" cy="138847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右大かっこ 25"/>
          <p:cNvSpPr/>
          <p:nvPr/>
        </p:nvSpPr>
        <p:spPr>
          <a:xfrm>
            <a:off x="8064557" y="4317675"/>
            <a:ext cx="45719" cy="138847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/>
          <p:cNvCxnSpPr/>
          <p:nvPr/>
        </p:nvCxnSpPr>
        <p:spPr>
          <a:xfrm>
            <a:off x="6036127" y="5052873"/>
            <a:ext cx="3737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/>
          <p:cNvSpPr/>
          <p:nvPr/>
        </p:nvSpPr>
        <p:spPr>
          <a:xfrm>
            <a:off x="6002451" y="508650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/>
              <a:t>35</a:t>
            </a:r>
          </a:p>
        </p:txBody>
      </p:sp>
      <p:sp>
        <p:nvSpPr>
          <p:cNvPr id="29" name="正方形/長方形 28"/>
          <p:cNvSpPr/>
          <p:nvPr/>
        </p:nvSpPr>
        <p:spPr>
          <a:xfrm>
            <a:off x="6066570" y="4668152"/>
            <a:ext cx="3129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/>
              <a:t>1</a:t>
            </a:r>
            <a:endParaRPr lang="ja-JP" altLang="en-US" dirty="0"/>
          </a:p>
        </p:txBody>
      </p:sp>
      <p:sp>
        <p:nvSpPr>
          <p:cNvPr id="30" name="正方形/長方形 29"/>
          <p:cNvSpPr/>
          <p:nvPr/>
        </p:nvSpPr>
        <p:spPr>
          <a:xfrm>
            <a:off x="4768577" y="3152243"/>
            <a:ext cx="1376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 f : </a:t>
            </a:r>
            <a:r>
              <a:rPr lang="ja-JP" altLang="en-US" sz="2000" dirty="0" smtClean="0"/>
              <a:t>変換後</a:t>
            </a:r>
            <a:endParaRPr lang="ja-JP" altLang="ja-JP" sz="2000" dirty="0"/>
          </a:p>
        </p:txBody>
      </p:sp>
      <p:sp>
        <p:nvSpPr>
          <p:cNvPr id="31" name="正方形/長方形 30"/>
          <p:cNvSpPr/>
          <p:nvPr/>
        </p:nvSpPr>
        <p:spPr>
          <a:xfrm>
            <a:off x="6409922" y="3128351"/>
            <a:ext cx="1376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 g : </a:t>
            </a:r>
            <a:r>
              <a:rPr lang="ja-JP" altLang="en-US" sz="2000" dirty="0" smtClean="0"/>
              <a:t>元画像</a:t>
            </a:r>
            <a:endParaRPr lang="ja-JP" altLang="ja-JP" sz="2000" dirty="0"/>
          </a:p>
        </p:txBody>
      </p:sp>
      <p:pic>
        <p:nvPicPr>
          <p:cNvPr id="32" name="図 3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13" y="1432470"/>
            <a:ext cx="1216968" cy="121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7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346051" y="1076511"/>
            <a:ext cx="20396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②　鮮鋭化 </a:t>
            </a:r>
            <a:endParaRPr lang="ja-JP" altLang="ja-JP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696935" y="2024528"/>
            <a:ext cx="69219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行列サイズ</a:t>
            </a:r>
            <a:r>
              <a:rPr lang="en-US" altLang="ja-JP" sz="2400" dirty="0"/>
              <a:t>3×3</a:t>
            </a:r>
            <a:r>
              <a:rPr lang="ja-JP" altLang="en-US" sz="2400" dirty="0"/>
              <a:t>～</a:t>
            </a:r>
            <a:r>
              <a:rPr lang="en-US" altLang="ja-JP" sz="2400" dirty="0" smtClean="0"/>
              <a:t>21×21</a:t>
            </a:r>
            <a:r>
              <a:rPr lang="ja-JP" altLang="en-US" sz="2400" dirty="0" smtClean="0"/>
              <a:t>の</a:t>
            </a:r>
            <a:r>
              <a:rPr lang="en-US" altLang="ja-JP" sz="2400" dirty="0" smtClean="0"/>
              <a:t>2</a:t>
            </a:r>
            <a:r>
              <a:rPr lang="ja-JP" altLang="en-US" sz="2400" dirty="0" smtClean="0"/>
              <a:t>次微分ラプラシアンフィルタを用いる。</a:t>
            </a:r>
            <a:endParaRPr lang="en-US" altLang="ja-JP" sz="24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564368" y="2856003"/>
            <a:ext cx="40221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ja-JP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次微分ラプラシアンフィルタの</a:t>
            </a:r>
            <a:r>
              <a:rPr lang="ja-JP" alt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公式</a:t>
            </a:r>
            <a:endParaRPr lang="ja-JP" altLang="ja-JP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924819" y="3455758"/>
            <a:ext cx="11246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ja-JP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f( i, j) =</a:t>
            </a:r>
            <a:endParaRPr lang="ja-JP" altLang="ja-JP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2049514" y="3455758"/>
            <a:ext cx="21465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ja-JP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g( i, j) </a:t>
            </a:r>
            <a:r>
              <a:rPr lang="ja-JP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＊ </a:t>
            </a:r>
            <a:r>
              <a:rPr lang="en-US" altLang="ja-JP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M( i, j)</a:t>
            </a:r>
            <a:endParaRPr lang="ja-JP" altLang="ja-JP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4983937" y="3053178"/>
            <a:ext cx="1376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 f : </a:t>
            </a:r>
            <a:r>
              <a:rPr lang="ja-JP" altLang="en-US" sz="2000" dirty="0" smtClean="0"/>
              <a:t>変換後</a:t>
            </a:r>
            <a:endParaRPr lang="ja-JP" altLang="ja-JP" sz="2000" dirty="0"/>
          </a:p>
        </p:txBody>
      </p:sp>
      <p:sp>
        <p:nvSpPr>
          <p:cNvPr id="15" name="正方形/長方形 14"/>
          <p:cNvSpPr/>
          <p:nvPr/>
        </p:nvSpPr>
        <p:spPr>
          <a:xfrm>
            <a:off x="6625282" y="3048213"/>
            <a:ext cx="13764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 g : </a:t>
            </a:r>
            <a:r>
              <a:rPr lang="ja-JP" altLang="en-US" sz="2000" dirty="0" smtClean="0"/>
              <a:t>元画像</a:t>
            </a:r>
            <a:endParaRPr lang="ja-JP" altLang="ja-JP" sz="2000" dirty="0"/>
          </a:p>
        </p:txBody>
      </p:sp>
      <p:sp>
        <p:nvSpPr>
          <p:cNvPr id="17" name="正方形/長方形 16"/>
          <p:cNvSpPr/>
          <p:nvPr/>
        </p:nvSpPr>
        <p:spPr>
          <a:xfrm>
            <a:off x="1138139" y="4745964"/>
            <a:ext cx="1224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M( i, j) =</a:t>
            </a:r>
            <a:endParaRPr lang="ja-JP" altLang="ja-JP" sz="2000" dirty="0"/>
          </a:p>
        </p:txBody>
      </p:sp>
      <p:sp>
        <p:nvSpPr>
          <p:cNvPr id="18" name="正方形/長方形 17"/>
          <p:cNvSpPr/>
          <p:nvPr/>
        </p:nvSpPr>
        <p:spPr>
          <a:xfrm>
            <a:off x="2339945" y="4438187"/>
            <a:ext cx="16481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/>
              <a:t>-1     -1     -1</a:t>
            </a:r>
          </a:p>
          <a:p>
            <a:r>
              <a:rPr lang="en-US" altLang="ja-JP" sz="2000" dirty="0" smtClean="0"/>
              <a:t>-1      8     -1</a:t>
            </a:r>
            <a:endParaRPr lang="en-US" altLang="ja-JP" sz="2000" dirty="0"/>
          </a:p>
          <a:p>
            <a:r>
              <a:rPr lang="en-US" altLang="ja-JP" sz="2000" dirty="0"/>
              <a:t>-1     -1     -1</a:t>
            </a:r>
          </a:p>
        </p:txBody>
      </p:sp>
      <p:sp>
        <p:nvSpPr>
          <p:cNvPr id="19" name="左大かっこ 18"/>
          <p:cNvSpPr/>
          <p:nvPr/>
        </p:nvSpPr>
        <p:spPr>
          <a:xfrm>
            <a:off x="2339945" y="4438187"/>
            <a:ext cx="45719" cy="101566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右大かっこ 19"/>
          <p:cNvSpPr/>
          <p:nvPr/>
        </p:nvSpPr>
        <p:spPr>
          <a:xfrm>
            <a:off x="3835374" y="4438186"/>
            <a:ext cx="45719" cy="1015663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922115" y="4036505"/>
            <a:ext cx="13749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/>
              <a:t>3×3</a:t>
            </a:r>
            <a:r>
              <a:rPr lang="ja-JP" altLang="en-US" dirty="0" smtClean="0"/>
              <a:t>の場合</a:t>
            </a:r>
            <a:endParaRPr lang="ja-JP" altLang="en-US" dirty="0"/>
          </a:p>
        </p:txBody>
      </p:sp>
      <p:sp>
        <p:nvSpPr>
          <p:cNvPr id="25" name="正方形/長方形 24"/>
          <p:cNvSpPr/>
          <p:nvPr/>
        </p:nvSpPr>
        <p:spPr>
          <a:xfrm>
            <a:off x="4577370" y="4036505"/>
            <a:ext cx="13749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/>
              <a:t>5×5</a:t>
            </a:r>
            <a:r>
              <a:rPr lang="ja-JP" altLang="en-US" dirty="0" smtClean="0"/>
              <a:t>の場合</a:t>
            </a:r>
            <a:endParaRPr lang="ja-JP" altLang="en-US" dirty="0"/>
          </a:p>
        </p:txBody>
      </p:sp>
      <p:sp>
        <p:nvSpPr>
          <p:cNvPr id="26" name="正方形/長方形 25"/>
          <p:cNvSpPr/>
          <p:nvPr/>
        </p:nvSpPr>
        <p:spPr>
          <a:xfrm>
            <a:off x="4586523" y="4745962"/>
            <a:ext cx="1224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M( i, j) =</a:t>
            </a:r>
            <a:endParaRPr lang="ja-JP" altLang="ja-JP" sz="2000" dirty="0"/>
          </a:p>
        </p:txBody>
      </p:sp>
      <p:sp>
        <p:nvSpPr>
          <p:cNvPr id="27" name="左大かっこ 26"/>
          <p:cNvSpPr/>
          <p:nvPr/>
        </p:nvSpPr>
        <p:spPr>
          <a:xfrm>
            <a:off x="6084114" y="4221171"/>
            <a:ext cx="45719" cy="138847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右大かっこ 27"/>
          <p:cNvSpPr/>
          <p:nvPr/>
        </p:nvSpPr>
        <p:spPr>
          <a:xfrm>
            <a:off x="7618859" y="4251782"/>
            <a:ext cx="45719" cy="138847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6039542" y="4130411"/>
            <a:ext cx="188483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/>
              <a:t> </a:t>
            </a:r>
            <a:r>
              <a:rPr lang="en-US" altLang="ja-JP" sz="2000" dirty="0" smtClean="0"/>
              <a:t>-1 -3 -4 -3 -1</a:t>
            </a:r>
          </a:p>
          <a:p>
            <a:r>
              <a:rPr lang="en-US" altLang="ja-JP" sz="2000" dirty="0" smtClean="0"/>
              <a:t> -3  0  6  0 -3</a:t>
            </a:r>
            <a:endParaRPr lang="en-US" altLang="ja-JP" sz="2000" dirty="0"/>
          </a:p>
          <a:p>
            <a:r>
              <a:rPr lang="en-US" altLang="ja-JP" sz="2000" dirty="0" smtClean="0"/>
              <a:t> -4  6 20 6 -4</a:t>
            </a:r>
          </a:p>
          <a:p>
            <a:r>
              <a:rPr lang="en-US" altLang="ja-JP" sz="2000" dirty="0"/>
              <a:t> -3  0  6  0 -3</a:t>
            </a:r>
          </a:p>
          <a:p>
            <a:r>
              <a:rPr lang="en-US" altLang="ja-JP" sz="2000" dirty="0" smtClean="0"/>
              <a:t> </a:t>
            </a:r>
            <a:r>
              <a:rPr lang="en-US" altLang="ja-JP" sz="2000" dirty="0"/>
              <a:t>-1 -3 -4 -3 -1</a:t>
            </a:r>
          </a:p>
        </p:txBody>
      </p:sp>
      <p:pic>
        <p:nvPicPr>
          <p:cNvPr id="22" name="図 2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3" y="727079"/>
            <a:ext cx="1230230" cy="122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335757" y="1124744"/>
            <a:ext cx="25800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③　拡大・縮小</a:t>
            </a:r>
            <a:endParaRPr lang="ja-JP" altLang="ja-JP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686642" y="1870715"/>
            <a:ext cx="806182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Bitmap</a:t>
            </a:r>
            <a:r>
              <a:rPr lang="ja-JP" altLang="en-US" sz="2400" dirty="0" smtClean="0"/>
              <a:t>クラスの拡大・縮小の機能をそのまま利用する。</a:t>
            </a:r>
            <a:endParaRPr lang="en-US" altLang="ja-JP" sz="2400" dirty="0" smtClean="0"/>
          </a:p>
          <a:p>
            <a:r>
              <a:rPr lang="ja-JP" altLang="en-US" sz="2400" dirty="0" smtClean="0"/>
              <a:t>拡大・縮小比率は</a:t>
            </a:r>
            <a:r>
              <a:rPr lang="en-US" altLang="ja-JP" sz="2400" dirty="0" smtClean="0"/>
              <a:t>1~200%</a:t>
            </a:r>
          </a:p>
          <a:p>
            <a:endParaRPr lang="en-US" altLang="ja-JP" sz="2400" dirty="0"/>
          </a:p>
          <a:p>
            <a:r>
              <a:rPr lang="en-US" altLang="ja-JP" sz="2400" dirty="0"/>
              <a:t> </a:t>
            </a:r>
            <a:r>
              <a:rPr lang="en-US" altLang="ja-JP" sz="2400" dirty="0" err="1">
                <a:solidFill>
                  <a:srgbClr val="0070C0"/>
                </a:solidFill>
              </a:rPr>
              <a:t>NewRect.Width</a:t>
            </a:r>
            <a:r>
              <a:rPr lang="en-US" altLang="ja-JP" sz="2400" dirty="0"/>
              <a:t> </a:t>
            </a:r>
            <a:r>
              <a:rPr lang="en-US" altLang="ja-JP" sz="2400" dirty="0" smtClean="0"/>
              <a:t>= </a:t>
            </a:r>
            <a:r>
              <a:rPr lang="en-US" altLang="ja-JP" sz="2400" dirty="0" err="1"/>
              <a:t>CInt</a:t>
            </a:r>
            <a:r>
              <a:rPr lang="en-US" altLang="ja-JP" sz="2400" dirty="0"/>
              <a:t>(</a:t>
            </a:r>
            <a:r>
              <a:rPr lang="en-US" altLang="ja-JP" sz="2400" dirty="0" err="1">
                <a:solidFill>
                  <a:srgbClr val="FF0000"/>
                </a:solidFill>
              </a:rPr>
              <a:t>org.Size.Width</a:t>
            </a:r>
            <a:r>
              <a:rPr lang="en-US" altLang="ja-JP" sz="2400" dirty="0"/>
              <a:t> * Rate / 100.0)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err="1" smtClean="0">
                <a:solidFill>
                  <a:srgbClr val="0070C0"/>
                </a:solidFill>
              </a:rPr>
              <a:t>NewRect.Height</a:t>
            </a:r>
            <a:r>
              <a:rPr lang="en-US" altLang="ja-JP" sz="2400" dirty="0" smtClean="0"/>
              <a:t> = </a:t>
            </a:r>
            <a:r>
              <a:rPr lang="en-US" altLang="ja-JP" sz="2400" dirty="0" err="1"/>
              <a:t>CInt</a:t>
            </a:r>
            <a:r>
              <a:rPr lang="en-US" altLang="ja-JP" sz="2400" dirty="0"/>
              <a:t>(</a:t>
            </a:r>
            <a:r>
              <a:rPr lang="en-US" altLang="ja-JP" sz="2400" dirty="0" err="1">
                <a:solidFill>
                  <a:srgbClr val="FF0000"/>
                </a:solidFill>
              </a:rPr>
              <a:t>org.Size.Height</a:t>
            </a:r>
            <a:r>
              <a:rPr lang="en-US" altLang="ja-JP" sz="2400" dirty="0"/>
              <a:t> * Rate / 100.0)</a:t>
            </a:r>
          </a:p>
          <a:p>
            <a:endParaRPr lang="en-US" altLang="ja-JP" sz="2400" dirty="0"/>
          </a:p>
          <a:p>
            <a:r>
              <a:rPr lang="en-US" altLang="ja-JP" sz="2400" dirty="0" smtClean="0"/>
              <a:t>  </a:t>
            </a:r>
            <a:r>
              <a:rPr lang="en-US" altLang="ja-JP" sz="2400" dirty="0"/>
              <a:t>'▼</a:t>
            </a:r>
            <a:r>
              <a:rPr lang="ja-JP" altLang="en-US" sz="2400" dirty="0"/>
              <a:t>拡大・縮小実行</a:t>
            </a:r>
          </a:p>
          <a:p>
            <a:r>
              <a:rPr lang="en-US" altLang="ja-JP" sz="2400" dirty="0" err="1" smtClean="0"/>
              <a:t>img</a:t>
            </a:r>
            <a:r>
              <a:rPr lang="en-US" altLang="ja-JP" sz="2400" dirty="0" smtClean="0"/>
              <a:t> </a:t>
            </a:r>
            <a:r>
              <a:rPr lang="en-US" altLang="ja-JP" sz="2400" dirty="0"/>
              <a:t>= New Bitmap(</a:t>
            </a:r>
            <a:r>
              <a:rPr lang="en-US" altLang="ja-JP" sz="2400" dirty="0" err="1">
                <a:solidFill>
                  <a:srgbClr val="0070C0"/>
                </a:solidFill>
              </a:rPr>
              <a:t>NewRect.Width</a:t>
            </a:r>
            <a:r>
              <a:rPr lang="en-US" altLang="ja-JP" sz="2400" dirty="0"/>
              <a:t>, </a:t>
            </a:r>
            <a:r>
              <a:rPr lang="en-US" altLang="ja-JP" sz="2400" dirty="0" err="1">
                <a:solidFill>
                  <a:srgbClr val="0070C0"/>
                </a:solidFill>
              </a:rPr>
              <a:t>NewRect.Height</a:t>
            </a:r>
            <a:r>
              <a:rPr lang="en-US" altLang="ja-JP" sz="2400" dirty="0"/>
              <a:t>)</a:t>
            </a:r>
          </a:p>
          <a:p>
            <a:r>
              <a:rPr lang="en-US" altLang="ja-JP" sz="2400" dirty="0" smtClean="0"/>
              <a:t>Dim </a:t>
            </a:r>
            <a:r>
              <a:rPr lang="en-US" altLang="ja-JP" sz="2400" dirty="0"/>
              <a:t>g As Graphics = </a:t>
            </a:r>
            <a:r>
              <a:rPr lang="en-US" altLang="ja-JP" sz="2400" dirty="0" err="1"/>
              <a:t>Graphics.FromImage</a:t>
            </a:r>
            <a:r>
              <a:rPr lang="en-US" altLang="ja-JP" sz="2400" dirty="0"/>
              <a:t>(</a:t>
            </a:r>
            <a:r>
              <a:rPr lang="en-US" altLang="ja-JP" sz="2400" dirty="0" err="1"/>
              <a:t>img</a:t>
            </a:r>
            <a:r>
              <a:rPr lang="en-US" altLang="ja-JP" sz="2400" dirty="0"/>
              <a:t>)</a:t>
            </a:r>
          </a:p>
          <a:p>
            <a:r>
              <a:rPr lang="en-US" altLang="ja-JP" sz="2400" dirty="0" err="1" smtClean="0"/>
              <a:t>g.DrawImage</a:t>
            </a:r>
            <a:r>
              <a:rPr lang="en-US" altLang="ja-JP" sz="2400" dirty="0" smtClean="0"/>
              <a:t>(org</a:t>
            </a:r>
            <a:r>
              <a:rPr lang="en-US" altLang="ja-JP" sz="2400" dirty="0"/>
              <a:t>, </a:t>
            </a:r>
            <a:r>
              <a:rPr lang="en-US" altLang="ja-JP" sz="2400" dirty="0" err="1"/>
              <a:t>NewRect</a:t>
            </a:r>
            <a:r>
              <a:rPr lang="en-US" altLang="ja-JP" sz="2400" dirty="0" smtClean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61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323528" y="1196752"/>
            <a:ext cx="2952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④　コントラスト</a:t>
            </a:r>
            <a:endParaRPr lang="ja-JP" altLang="ja-JP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674414" y="2132856"/>
            <a:ext cx="68499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しきい値の</a:t>
            </a:r>
            <a:r>
              <a:rPr lang="en-US" altLang="ja-JP" sz="2400" dirty="0" smtClean="0"/>
              <a:t>127.5</a:t>
            </a:r>
            <a:r>
              <a:rPr lang="ja-JP" altLang="en-US" sz="2400" dirty="0" smtClean="0"/>
              <a:t>を境にして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段階で調節ができる。</a:t>
            </a:r>
            <a:endParaRPr lang="en-US" altLang="ja-JP" sz="2400" dirty="0" smtClean="0"/>
          </a:p>
        </p:txBody>
      </p:sp>
      <p:sp>
        <p:nvSpPr>
          <p:cNvPr id="8" name="正方形/長方形 7"/>
          <p:cNvSpPr/>
          <p:nvPr/>
        </p:nvSpPr>
        <p:spPr>
          <a:xfrm>
            <a:off x="901782" y="2708922"/>
            <a:ext cx="1573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ja-JP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f( i, j)   =</a:t>
            </a:r>
            <a:endParaRPr lang="ja-JP" altLang="ja-JP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475570" y="2708920"/>
            <a:ext cx="3865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ja-JP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g( i, j) </a:t>
            </a:r>
            <a:r>
              <a:rPr lang="ja-JP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－　ｔ </a:t>
            </a:r>
            <a:r>
              <a:rPr lang="en-US" altLang="ja-JP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ja-JP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＊ </a:t>
            </a:r>
            <a:r>
              <a:rPr lang="en-US" altLang="ja-JP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ja-JP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　＋　</a:t>
            </a:r>
            <a:r>
              <a:rPr lang="en-US" altLang="ja-JP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endParaRPr lang="ja-JP" altLang="ja-JP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989602" y="5665537"/>
            <a:ext cx="28672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</a:t>
            </a:r>
            <a:r>
              <a:rPr lang="ja-JP" altLang="en-US" sz="2400" dirty="0" err="1" smtClean="0"/>
              <a:t>ｔ</a:t>
            </a:r>
            <a:r>
              <a:rPr lang="en-US" altLang="ja-JP" sz="2400" dirty="0" smtClean="0"/>
              <a:t> : </a:t>
            </a:r>
            <a:r>
              <a:rPr lang="ja-JP" altLang="en-US" sz="2400" dirty="0" smtClean="0"/>
              <a:t>しきい値 </a:t>
            </a:r>
            <a:r>
              <a:rPr lang="en-US" altLang="ja-JP" sz="2400" dirty="0" smtClean="0"/>
              <a:t>( 127.5)</a:t>
            </a:r>
            <a:endParaRPr lang="ja-JP" altLang="ja-JP" sz="2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3856822" y="5665536"/>
            <a:ext cx="24842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c :</a:t>
            </a:r>
            <a:r>
              <a:rPr lang="ja-JP" altLang="en-US" sz="2400" dirty="0"/>
              <a:t> </a:t>
            </a:r>
            <a:r>
              <a:rPr lang="ja-JP" altLang="en-US" sz="2400" dirty="0" smtClean="0"/>
              <a:t>係数 </a:t>
            </a:r>
            <a:r>
              <a:rPr lang="en-US" altLang="ja-JP" sz="2400" dirty="0" smtClean="0"/>
              <a:t>( 1</a:t>
            </a:r>
            <a:r>
              <a:rPr lang="ja-JP" altLang="en-US" sz="2400" dirty="0" smtClean="0"/>
              <a:t>～</a:t>
            </a:r>
            <a:r>
              <a:rPr lang="en-US" altLang="ja-JP" sz="2400" dirty="0" smtClean="0"/>
              <a:t>10)</a:t>
            </a:r>
            <a:endParaRPr lang="ja-JP" altLang="ja-JP" sz="2400" dirty="0"/>
          </a:p>
        </p:txBody>
      </p:sp>
      <p:sp>
        <p:nvSpPr>
          <p:cNvPr id="12" name="正方形/長方形 11"/>
          <p:cNvSpPr/>
          <p:nvPr/>
        </p:nvSpPr>
        <p:spPr>
          <a:xfrm>
            <a:off x="989602" y="5017466"/>
            <a:ext cx="1620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f : </a:t>
            </a:r>
            <a:r>
              <a:rPr lang="ja-JP" altLang="en-US" sz="2400" dirty="0" smtClean="0"/>
              <a:t>変換後</a:t>
            </a:r>
            <a:endParaRPr lang="ja-JP" altLang="ja-JP" sz="2400" dirty="0"/>
          </a:p>
        </p:txBody>
      </p:sp>
      <p:sp>
        <p:nvSpPr>
          <p:cNvPr id="13" name="正方形/長方形 12"/>
          <p:cNvSpPr/>
          <p:nvPr/>
        </p:nvSpPr>
        <p:spPr>
          <a:xfrm>
            <a:off x="2765783" y="5017466"/>
            <a:ext cx="17779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g : </a:t>
            </a:r>
            <a:r>
              <a:rPr lang="ja-JP" altLang="en-US" sz="2400" dirty="0" smtClean="0"/>
              <a:t>元画像</a:t>
            </a:r>
            <a:endParaRPr lang="ja-JP" altLang="ja-JP" sz="2400" dirty="0"/>
          </a:p>
        </p:txBody>
      </p:sp>
      <p:pic>
        <p:nvPicPr>
          <p:cNvPr id="15" name="図 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959" y="881400"/>
            <a:ext cx="1185111" cy="1153924"/>
          </a:xfrm>
          <a:prstGeom prst="rect">
            <a:avLst/>
          </a:prstGeom>
        </p:spPr>
      </p:pic>
      <p:sp>
        <p:nvSpPr>
          <p:cNvPr id="16" name="正方形/長方形 15"/>
          <p:cNvSpPr/>
          <p:nvPr/>
        </p:nvSpPr>
        <p:spPr>
          <a:xfrm>
            <a:off x="820084" y="3385528"/>
            <a:ext cx="66322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例） </a:t>
            </a:r>
            <a:r>
              <a:rPr lang="en-US" altLang="ja-JP" sz="2400" dirty="0" smtClean="0"/>
              <a:t>g (</a:t>
            </a:r>
            <a:r>
              <a:rPr lang="en-US" altLang="ja-JP" sz="2400" dirty="0" err="1" smtClean="0"/>
              <a:t>i,j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・・・元画像の</a:t>
            </a:r>
            <a:r>
              <a:rPr lang="en-US" altLang="ja-JP" sz="2400" dirty="0" smtClean="0"/>
              <a:t>R</a:t>
            </a:r>
            <a:r>
              <a:rPr lang="ja-JP" altLang="en-US" sz="2400" dirty="0" smtClean="0"/>
              <a:t>成分とする</a:t>
            </a:r>
            <a:endParaRPr lang="en-US" altLang="ja-JP" sz="2400" dirty="0" smtClean="0"/>
          </a:p>
        </p:txBody>
      </p:sp>
      <p:sp>
        <p:nvSpPr>
          <p:cNvPr id="17" name="正方形/長方形 16"/>
          <p:cNvSpPr/>
          <p:nvPr/>
        </p:nvSpPr>
        <p:spPr>
          <a:xfrm>
            <a:off x="901782" y="3994537"/>
            <a:ext cx="1573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 </a:t>
            </a:r>
            <a:r>
              <a:rPr lang="en-US" altLang="ja-JP" sz="2400" dirty="0" smtClean="0"/>
              <a:t>f( i, j)   =</a:t>
            </a:r>
            <a:endParaRPr lang="ja-JP" altLang="ja-JP" sz="2400" dirty="0"/>
          </a:p>
        </p:txBody>
      </p:sp>
      <p:sp>
        <p:nvSpPr>
          <p:cNvPr id="18" name="正方形/長方形 17"/>
          <p:cNvSpPr/>
          <p:nvPr/>
        </p:nvSpPr>
        <p:spPr>
          <a:xfrm>
            <a:off x="2609782" y="3980682"/>
            <a:ext cx="5994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ja-JP" sz="2400" dirty="0" smtClean="0"/>
              <a:t>( </a:t>
            </a:r>
            <a:r>
              <a:rPr lang="en-US" altLang="ja-JP" sz="2400" dirty="0" smtClean="0">
                <a:solidFill>
                  <a:srgbClr val="FF0000"/>
                </a:solidFill>
              </a:rPr>
              <a:t>140</a:t>
            </a:r>
            <a:r>
              <a:rPr lang="en-US" altLang="ja-JP" sz="2400" dirty="0" smtClean="0"/>
              <a:t> </a:t>
            </a:r>
            <a:r>
              <a:rPr lang="ja-JP" altLang="en-US" sz="2400" dirty="0" smtClean="0"/>
              <a:t>－　</a:t>
            </a:r>
            <a:r>
              <a:rPr lang="en-US" altLang="ja-JP" sz="2400" dirty="0" smtClean="0"/>
              <a:t>127.5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) </a:t>
            </a:r>
            <a:r>
              <a:rPr lang="ja-JP" altLang="en-US" sz="2400" dirty="0" smtClean="0"/>
              <a:t>＊ </a:t>
            </a:r>
            <a:r>
              <a:rPr lang="en-US" altLang="ja-JP" sz="2400" dirty="0" smtClean="0"/>
              <a:t>5</a:t>
            </a:r>
            <a:r>
              <a:rPr lang="ja-JP" altLang="en-US" sz="2400" dirty="0" smtClean="0"/>
              <a:t>　＋　</a:t>
            </a:r>
            <a:r>
              <a:rPr lang="en-US" altLang="ja-JP" sz="2400" dirty="0" smtClean="0"/>
              <a:t>127.5 = </a:t>
            </a:r>
            <a:r>
              <a:rPr lang="en-US" altLang="ja-JP" sz="2400" dirty="0" smtClean="0">
                <a:solidFill>
                  <a:srgbClr val="FF0000"/>
                </a:solidFill>
              </a:rPr>
              <a:t>190</a:t>
            </a:r>
            <a:endParaRPr lang="ja-JP" altLang="ja-JP" sz="2400" dirty="0">
              <a:solidFill>
                <a:srgbClr val="FF0000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901782" y="4442347"/>
            <a:ext cx="15737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 </a:t>
            </a:r>
            <a:r>
              <a:rPr lang="en-US" altLang="ja-JP" sz="2400" dirty="0" smtClean="0"/>
              <a:t>f( i, j)   =</a:t>
            </a:r>
            <a:endParaRPr lang="ja-JP" altLang="ja-JP" sz="2400" dirty="0"/>
          </a:p>
        </p:txBody>
      </p:sp>
      <p:sp>
        <p:nvSpPr>
          <p:cNvPr id="20" name="正方形/長方形 19"/>
          <p:cNvSpPr/>
          <p:nvPr/>
        </p:nvSpPr>
        <p:spPr>
          <a:xfrm>
            <a:off x="2609782" y="4456202"/>
            <a:ext cx="56346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 </a:t>
            </a:r>
            <a:r>
              <a:rPr lang="en-US" altLang="ja-JP" sz="2400" dirty="0" smtClean="0"/>
              <a:t>( </a:t>
            </a:r>
            <a:r>
              <a:rPr lang="en-US" altLang="ja-JP" sz="2400" dirty="0" smtClean="0">
                <a:solidFill>
                  <a:srgbClr val="FF0000"/>
                </a:solidFill>
              </a:rPr>
              <a:t>120</a:t>
            </a:r>
            <a:r>
              <a:rPr lang="en-US" altLang="ja-JP" sz="2400" dirty="0" smtClean="0"/>
              <a:t> </a:t>
            </a:r>
            <a:r>
              <a:rPr lang="ja-JP" altLang="en-US" sz="2400" dirty="0"/>
              <a:t>－　</a:t>
            </a:r>
            <a:r>
              <a:rPr lang="en-US" altLang="ja-JP" sz="2400" dirty="0"/>
              <a:t>127.5</a:t>
            </a:r>
            <a:r>
              <a:rPr lang="ja-JP" altLang="en-US" sz="2400" dirty="0"/>
              <a:t> </a:t>
            </a:r>
            <a:r>
              <a:rPr lang="en-US" altLang="ja-JP" sz="2400" dirty="0"/>
              <a:t>) </a:t>
            </a:r>
            <a:r>
              <a:rPr lang="ja-JP" altLang="en-US" sz="2400" dirty="0"/>
              <a:t>＊ </a:t>
            </a:r>
            <a:r>
              <a:rPr lang="en-US" altLang="ja-JP" sz="2400" dirty="0"/>
              <a:t>5</a:t>
            </a:r>
            <a:r>
              <a:rPr lang="ja-JP" altLang="en-US" sz="2400" dirty="0"/>
              <a:t>　＋　</a:t>
            </a:r>
            <a:r>
              <a:rPr lang="en-US" altLang="ja-JP" sz="2400" dirty="0"/>
              <a:t>127.5 = </a:t>
            </a:r>
            <a:r>
              <a:rPr lang="en-US" altLang="ja-JP" sz="2400" dirty="0" smtClean="0"/>
              <a:t>  </a:t>
            </a:r>
            <a:r>
              <a:rPr lang="en-US" altLang="ja-JP" sz="2400" dirty="0" smtClean="0">
                <a:solidFill>
                  <a:srgbClr val="FF0000"/>
                </a:solidFill>
              </a:rPr>
              <a:t>90</a:t>
            </a:r>
            <a:endParaRPr lang="ja-JP" altLang="ja-JP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323528" y="1124744"/>
            <a:ext cx="19400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⑤　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値化</a:t>
            </a:r>
            <a:endParaRPr lang="en-US" altLang="ja-JP" sz="2800" dirty="0" smtClean="0"/>
          </a:p>
        </p:txBody>
      </p:sp>
      <p:sp>
        <p:nvSpPr>
          <p:cNvPr id="6" name="正方形/長方形 5"/>
          <p:cNvSpPr/>
          <p:nvPr/>
        </p:nvSpPr>
        <p:spPr>
          <a:xfrm>
            <a:off x="674414" y="1916832"/>
            <a:ext cx="73539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画像をグレースケール化し、中央値</a:t>
            </a:r>
            <a:r>
              <a:rPr lang="en-US" altLang="ja-JP" sz="2400" dirty="0" smtClean="0"/>
              <a:t>128</a:t>
            </a:r>
            <a:r>
              <a:rPr lang="ja-JP" altLang="en-US" sz="2400" dirty="0" smtClean="0"/>
              <a:t>より小さいときは黒、逆の場合は白にする。範囲は 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～</a:t>
            </a:r>
            <a:r>
              <a:rPr lang="en-US" altLang="ja-JP" sz="2400" dirty="0" smtClean="0"/>
              <a:t>255</a:t>
            </a:r>
            <a:r>
              <a:rPr lang="ja-JP" altLang="en-US" sz="2400" dirty="0"/>
              <a:t>。</a:t>
            </a:r>
            <a:endParaRPr lang="en-US" altLang="ja-JP" sz="2400" dirty="0" smtClean="0"/>
          </a:p>
        </p:txBody>
      </p:sp>
      <p:sp>
        <p:nvSpPr>
          <p:cNvPr id="5" name="正方形/長方形 4"/>
          <p:cNvSpPr/>
          <p:nvPr/>
        </p:nvSpPr>
        <p:spPr>
          <a:xfrm>
            <a:off x="1211615" y="3475202"/>
            <a:ext cx="14062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 </a:t>
            </a:r>
            <a:r>
              <a:rPr lang="en-US" altLang="ja-JP" sz="2400" dirty="0" smtClean="0"/>
              <a:t>f( i, j) =</a:t>
            </a:r>
            <a:endParaRPr lang="ja-JP" altLang="ja-JP" sz="2400" dirty="0"/>
          </a:p>
        </p:txBody>
      </p:sp>
      <p:sp>
        <p:nvSpPr>
          <p:cNvPr id="2" name="左中かっこ 1"/>
          <p:cNvSpPr/>
          <p:nvPr/>
        </p:nvSpPr>
        <p:spPr>
          <a:xfrm>
            <a:off x="2617858" y="3002048"/>
            <a:ext cx="216024" cy="14892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3187303" y="3031051"/>
            <a:ext cx="11640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 </a:t>
            </a:r>
            <a:r>
              <a:rPr lang="en-US" altLang="ja-JP" sz="2400" dirty="0" smtClean="0"/>
              <a:t>0 (</a:t>
            </a:r>
            <a:r>
              <a:rPr lang="ja-JP" altLang="en-US" sz="2400" dirty="0" smtClean="0"/>
              <a:t>黒</a:t>
            </a:r>
            <a:r>
              <a:rPr lang="en-US" altLang="ja-JP" sz="2400" dirty="0" smtClean="0"/>
              <a:t>)</a:t>
            </a:r>
            <a:endParaRPr lang="ja-JP" altLang="ja-JP" sz="2400" dirty="0"/>
          </a:p>
        </p:txBody>
      </p:sp>
      <p:sp>
        <p:nvSpPr>
          <p:cNvPr id="13" name="正方形/長方形 12"/>
          <p:cNvSpPr/>
          <p:nvPr/>
        </p:nvSpPr>
        <p:spPr>
          <a:xfrm>
            <a:off x="3004625" y="4029585"/>
            <a:ext cx="15267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 </a:t>
            </a:r>
            <a:r>
              <a:rPr lang="en-US" altLang="ja-JP" sz="2400" dirty="0" smtClean="0"/>
              <a:t>255 (</a:t>
            </a:r>
            <a:r>
              <a:rPr lang="ja-JP" altLang="en-US" sz="2400" dirty="0" smtClean="0"/>
              <a:t>白</a:t>
            </a:r>
            <a:r>
              <a:rPr lang="en-US" altLang="ja-JP" sz="2400" dirty="0" smtClean="0"/>
              <a:t>)</a:t>
            </a:r>
            <a:endParaRPr lang="ja-JP" altLang="ja-JP" sz="2400" dirty="0"/>
          </a:p>
        </p:txBody>
      </p:sp>
      <p:sp>
        <p:nvSpPr>
          <p:cNvPr id="14" name="正方形/長方形 13"/>
          <p:cNvSpPr/>
          <p:nvPr/>
        </p:nvSpPr>
        <p:spPr>
          <a:xfrm>
            <a:off x="5075669" y="3008104"/>
            <a:ext cx="2664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g( i, j) &lt; 128</a:t>
            </a:r>
            <a:r>
              <a:rPr lang="ja-JP" altLang="en-US" sz="2400" dirty="0" smtClean="0"/>
              <a:t>のとき</a:t>
            </a:r>
            <a:endParaRPr lang="ja-JP" altLang="ja-JP" sz="2400" dirty="0"/>
          </a:p>
        </p:txBody>
      </p:sp>
      <p:sp>
        <p:nvSpPr>
          <p:cNvPr id="15" name="正方形/長方形 14"/>
          <p:cNvSpPr/>
          <p:nvPr/>
        </p:nvSpPr>
        <p:spPr>
          <a:xfrm>
            <a:off x="5075669" y="4029585"/>
            <a:ext cx="28086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g( i, j) &gt;= 128</a:t>
            </a:r>
            <a:r>
              <a:rPr lang="ja-JP" altLang="en-US" sz="2400" dirty="0" smtClean="0"/>
              <a:t>のとき</a:t>
            </a:r>
            <a:endParaRPr lang="ja-JP" altLang="ja-JP" sz="2400" dirty="0"/>
          </a:p>
        </p:txBody>
      </p:sp>
      <p:sp>
        <p:nvSpPr>
          <p:cNvPr id="16" name="正方形/長方形 15"/>
          <p:cNvSpPr/>
          <p:nvPr/>
        </p:nvSpPr>
        <p:spPr>
          <a:xfrm>
            <a:off x="2002736" y="4943960"/>
            <a:ext cx="16599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f : </a:t>
            </a:r>
            <a:r>
              <a:rPr lang="ja-JP" altLang="en-US" sz="2400" dirty="0" smtClean="0"/>
              <a:t>変換後</a:t>
            </a:r>
            <a:endParaRPr lang="ja-JP" altLang="ja-JP" sz="2400" dirty="0"/>
          </a:p>
        </p:txBody>
      </p:sp>
      <p:sp>
        <p:nvSpPr>
          <p:cNvPr id="17" name="正方形/長方形 16"/>
          <p:cNvSpPr/>
          <p:nvPr/>
        </p:nvSpPr>
        <p:spPr>
          <a:xfrm>
            <a:off x="4531363" y="4943960"/>
            <a:ext cx="17960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g : </a:t>
            </a:r>
            <a:r>
              <a:rPr lang="ja-JP" altLang="en-US" sz="2400" dirty="0" smtClean="0"/>
              <a:t>元画像</a:t>
            </a:r>
            <a:endParaRPr lang="ja-JP" altLang="ja-JP" sz="2400" dirty="0"/>
          </a:p>
        </p:txBody>
      </p:sp>
      <p:pic>
        <p:nvPicPr>
          <p:cNvPr id="19" name="図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044" y="762908"/>
            <a:ext cx="1153924" cy="115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691680" y="620688"/>
            <a:ext cx="2808312" cy="706090"/>
          </a:xfrm>
        </p:spPr>
        <p:txBody>
          <a:bodyPr>
            <a:normAutofit/>
          </a:bodyPr>
          <a:lstStyle/>
          <a:p>
            <a:r>
              <a:rPr lang="ja-JP" altLang="en-US" sz="4000" dirty="0" smtClean="0">
                <a:effectLst/>
              </a:rPr>
              <a:t>評価・</a:t>
            </a:r>
            <a:r>
              <a:rPr lang="ja-JP" altLang="ja-JP" sz="4000" dirty="0" smtClean="0">
                <a:effectLst/>
              </a:rPr>
              <a:t>まとめ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55576" y="1484784"/>
            <a:ext cx="7704856" cy="1224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600" dirty="0"/>
              <a:t>全ての画像</a:t>
            </a:r>
            <a:r>
              <a:rPr lang="ja-JP" altLang="en-US" sz="2600" dirty="0" smtClean="0"/>
              <a:t>変換が正しく行われることをテストで確認しました。しかし、画像変換にかかる時間については問題があります。</a:t>
            </a:r>
            <a:endParaRPr lang="en-US" altLang="ja-JP" sz="2600" dirty="0" smtClean="0"/>
          </a:p>
        </p:txBody>
      </p:sp>
      <p:pic>
        <p:nvPicPr>
          <p:cNvPr id="4" name="図 3" descr="P:\卒研\サンプル画像\nature01.jp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2579" y="3794206"/>
            <a:ext cx="12192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 descr="P:\卒研\サンプル画像\nature02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77294"/>
            <a:ext cx="24384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1459250" y="4977172"/>
            <a:ext cx="2032629" cy="576064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r>
              <a:rPr lang="en-US" altLang="ja-JP" sz="2400" dirty="0" smtClean="0"/>
              <a:t>240×180</a:t>
            </a:r>
          </a:p>
        </p:txBody>
      </p:sp>
      <p:sp>
        <p:nvSpPr>
          <p:cNvPr id="7" name="コンテンツ プレースホルダー 2"/>
          <p:cNvSpPr txBox="1">
            <a:spLocks/>
          </p:cNvSpPr>
          <p:nvPr/>
        </p:nvSpPr>
        <p:spPr>
          <a:xfrm>
            <a:off x="5275674" y="4977172"/>
            <a:ext cx="2032629" cy="360040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r>
              <a:rPr lang="en-US" altLang="ja-JP" sz="2400" dirty="0" smtClean="0"/>
              <a:t>480×360</a:t>
            </a:r>
          </a:p>
        </p:txBody>
      </p:sp>
    </p:spTree>
    <p:extLst>
      <p:ext uri="{BB962C8B-B14F-4D97-AF65-F5344CB8AC3E}">
        <p14:creationId xmlns:p14="http://schemas.microsoft.com/office/powerpoint/2010/main" val="314351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196752"/>
            <a:ext cx="5710305" cy="3619207"/>
          </a:xfrm>
          <a:prstGeom prst="rect">
            <a:avLst/>
          </a:prstGeom>
        </p:spPr>
      </p:pic>
      <p:sp>
        <p:nvSpPr>
          <p:cNvPr id="5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59632" y="476672"/>
            <a:ext cx="6552728" cy="72008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b="1" dirty="0" smtClean="0"/>
              <a:t>画像変換にかかった時間の測定結果</a:t>
            </a:r>
            <a:endParaRPr lang="en-US" altLang="ja-JP" b="1" dirty="0" smtClean="0"/>
          </a:p>
        </p:txBody>
      </p:sp>
      <p:sp>
        <p:nvSpPr>
          <p:cNvPr id="7" name="正方形/長方形 6"/>
          <p:cNvSpPr/>
          <p:nvPr/>
        </p:nvSpPr>
        <p:spPr>
          <a:xfrm>
            <a:off x="2879275" y="2276872"/>
            <a:ext cx="2412805" cy="344687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902460" y="3006355"/>
            <a:ext cx="2412805" cy="344687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946432" y="5013176"/>
            <a:ext cx="736998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b="1" dirty="0">
                <a:solidFill>
                  <a:srgbClr val="006600"/>
                </a:solidFill>
              </a:rPr>
              <a:t>拡大・縮小、コントラスト、</a:t>
            </a:r>
            <a:r>
              <a:rPr lang="en-US" altLang="ja-JP" sz="2800" b="1" dirty="0">
                <a:solidFill>
                  <a:srgbClr val="006600"/>
                </a:solidFill>
              </a:rPr>
              <a:t>2</a:t>
            </a:r>
            <a:r>
              <a:rPr lang="ja-JP" altLang="en-US" sz="2800" b="1" dirty="0" smtClean="0">
                <a:solidFill>
                  <a:srgbClr val="006600"/>
                </a:solidFill>
              </a:rPr>
              <a:t>値化 </a:t>
            </a:r>
            <a:r>
              <a:rPr lang="ja-JP" altLang="en-US" sz="2800" dirty="0" smtClean="0"/>
              <a:t>： </a:t>
            </a:r>
            <a:r>
              <a:rPr lang="ja-JP" altLang="en-US" sz="2800" b="1" dirty="0" smtClean="0">
                <a:solidFill>
                  <a:srgbClr val="006600"/>
                </a:solidFill>
              </a:rPr>
              <a:t>問題なし</a:t>
            </a:r>
            <a:endParaRPr lang="en-US" altLang="ja-JP" sz="2800" b="1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</a:pPr>
            <a:r>
              <a:rPr lang="ja-JP" altLang="en-US" sz="2800" b="1" dirty="0" smtClean="0">
                <a:solidFill>
                  <a:srgbClr val="FF0000"/>
                </a:solidFill>
              </a:rPr>
              <a:t>ぼかし</a:t>
            </a:r>
            <a:r>
              <a:rPr lang="ja-JP" altLang="en-US" sz="2800" b="1" dirty="0">
                <a:solidFill>
                  <a:srgbClr val="FF0000"/>
                </a:solidFill>
              </a:rPr>
              <a:t>と</a:t>
            </a:r>
            <a:r>
              <a:rPr lang="ja-JP" altLang="en-US" sz="2800" b="1" dirty="0" smtClean="0">
                <a:solidFill>
                  <a:srgbClr val="FF0000"/>
                </a:solidFill>
              </a:rPr>
              <a:t>鮮鋭化</a:t>
            </a:r>
            <a:r>
              <a:rPr lang="ja-JP" altLang="en-US" sz="2800" dirty="0" smtClean="0"/>
              <a:t>：パラメータ</a:t>
            </a:r>
            <a:r>
              <a:rPr lang="ja-JP" altLang="en-US" sz="2800" dirty="0"/>
              <a:t>の値が大きくなる</a:t>
            </a:r>
            <a:r>
              <a:rPr lang="ja-JP" altLang="en-US" sz="2800" dirty="0" smtClean="0"/>
              <a:t>に   </a:t>
            </a:r>
            <a:endParaRPr lang="en-US" altLang="ja-JP" sz="2800" dirty="0" smtClean="0"/>
          </a:p>
          <a:p>
            <a:pPr>
              <a:spcBef>
                <a:spcPts val="600"/>
              </a:spcBef>
            </a:pPr>
            <a:r>
              <a:rPr lang="en-US" altLang="ja-JP" sz="2800" dirty="0"/>
              <a:t> </a:t>
            </a:r>
            <a:r>
              <a:rPr lang="en-US" altLang="ja-JP" sz="2800" dirty="0" smtClean="0"/>
              <a:t>                        </a:t>
            </a:r>
            <a:r>
              <a:rPr lang="ja-JP" altLang="en-US" sz="2800" dirty="0" smtClean="0"/>
              <a:t>つれて</a:t>
            </a:r>
            <a:r>
              <a:rPr lang="ja-JP" altLang="en-US" sz="2800" dirty="0"/>
              <a:t>、</a:t>
            </a:r>
            <a:r>
              <a:rPr lang="ja-JP" altLang="en-US" sz="2800" b="1" dirty="0">
                <a:solidFill>
                  <a:srgbClr val="FF0000"/>
                </a:solidFill>
              </a:rPr>
              <a:t>処理時間が増大</a:t>
            </a:r>
            <a:r>
              <a:rPr lang="ja-JP" altLang="en-US" sz="2800" dirty="0"/>
              <a:t>します。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08548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 txBox="1">
            <a:spLocks/>
          </p:cNvSpPr>
          <p:nvPr/>
        </p:nvSpPr>
        <p:spPr>
          <a:xfrm>
            <a:off x="683568" y="1268760"/>
            <a:ext cx="7920880" cy="4392488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endParaRPr lang="en-US" altLang="ja-JP" sz="1200" dirty="0" smtClean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sz="3000" dirty="0" smtClean="0"/>
              <a:t>　</a:t>
            </a:r>
            <a:endParaRPr lang="ja-JP" altLang="ja-JP" sz="3000" dirty="0" smtClean="0"/>
          </a:p>
        </p:txBody>
      </p:sp>
      <p:sp>
        <p:nvSpPr>
          <p:cNvPr id="4" name="コンテンツ プレースホルダー 2"/>
          <p:cNvSpPr txBox="1">
            <a:spLocks/>
          </p:cNvSpPr>
          <p:nvPr/>
        </p:nvSpPr>
        <p:spPr>
          <a:xfrm>
            <a:off x="611560" y="620688"/>
            <a:ext cx="7920880" cy="5904656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3600" b="1" dirty="0" smtClean="0"/>
              <a:t>ぼかし・鮮鋭化の処理回数</a:t>
            </a:r>
            <a:endParaRPr lang="en-US" altLang="ja-JP" sz="3600" b="1" dirty="0"/>
          </a:p>
          <a:p>
            <a:pPr marL="0" indent="0">
              <a:buNone/>
            </a:pPr>
            <a:endParaRPr lang="en-US" altLang="ja-JP" sz="2400" dirty="0" smtClean="0"/>
          </a:p>
          <a:p>
            <a:pPr marL="0" indent="0">
              <a:buNone/>
            </a:pPr>
            <a:r>
              <a:rPr lang="en-US" altLang="ja-JP" sz="2400" dirty="0" smtClean="0"/>
              <a:t>For </a:t>
            </a:r>
            <a:r>
              <a:rPr lang="en-US" altLang="ja-JP" sz="2400" dirty="0"/>
              <a:t>j = </a:t>
            </a:r>
            <a:r>
              <a:rPr lang="en-US" altLang="ja-JP" sz="2400" dirty="0" smtClean="0"/>
              <a:t>1 </a:t>
            </a:r>
            <a:r>
              <a:rPr lang="en-US" altLang="ja-JP" sz="2400" dirty="0"/>
              <a:t>To </a:t>
            </a:r>
            <a:r>
              <a:rPr lang="ja-JP" altLang="en-US" sz="2400" dirty="0" smtClean="0"/>
              <a:t>画像の幅</a:t>
            </a:r>
            <a:endParaRPr lang="en-US" altLang="ja-JP" sz="2400" dirty="0" smtClean="0"/>
          </a:p>
          <a:p>
            <a:pPr marL="0" indent="0">
              <a:buNone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   For </a:t>
            </a:r>
            <a:r>
              <a:rPr lang="en-US" altLang="ja-JP" sz="2400" dirty="0"/>
              <a:t>i = </a:t>
            </a:r>
            <a:r>
              <a:rPr lang="en-US" altLang="ja-JP" sz="2400" dirty="0" smtClean="0"/>
              <a:t>1 </a:t>
            </a:r>
            <a:r>
              <a:rPr lang="en-US" altLang="ja-JP" sz="2400" dirty="0"/>
              <a:t>To </a:t>
            </a:r>
            <a:r>
              <a:rPr lang="ja-JP" altLang="en-US" sz="2400" dirty="0" smtClean="0"/>
              <a:t>画像の高さ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2400" dirty="0" smtClean="0"/>
              <a:t>                </a:t>
            </a:r>
            <a:r>
              <a:rPr lang="ja-JP" altLang="en-US" sz="2400" b="1" dirty="0" smtClean="0">
                <a:solidFill>
                  <a:srgbClr val="006600"/>
                </a:solidFill>
              </a:rPr>
              <a:t>ピクセル値の初期化</a:t>
            </a:r>
            <a:endParaRPr lang="en-US" altLang="ja-JP" sz="2400" b="1" dirty="0" smtClean="0">
              <a:solidFill>
                <a:srgbClr val="006600"/>
              </a:solidFill>
            </a:endParaRPr>
          </a:p>
          <a:p>
            <a:pPr marL="0" indent="0">
              <a:buNone/>
            </a:pPr>
            <a:r>
              <a:rPr lang="en-US" altLang="ja-JP" sz="2400" dirty="0" smtClean="0">
                <a:solidFill>
                  <a:srgbClr val="FF0000"/>
                </a:solidFill>
              </a:rPr>
              <a:t>                For </a:t>
            </a:r>
            <a:r>
              <a:rPr lang="en-US" altLang="ja-JP" sz="2400" dirty="0">
                <a:solidFill>
                  <a:srgbClr val="FF0000"/>
                </a:solidFill>
              </a:rPr>
              <a:t>X = </a:t>
            </a:r>
            <a:r>
              <a:rPr lang="en-US" altLang="ja-JP" sz="2400" dirty="0" smtClean="0">
                <a:solidFill>
                  <a:srgbClr val="FF0000"/>
                </a:solidFill>
              </a:rPr>
              <a:t>1 </a:t>
            </a:r>
            <a:r>
              <a:rPr lang="en-US" altLang="ja-JP" sz="2400" dirty="0">
                <a:solidFill>
                  <a:srgbClr val="FF0000"/>
                </a:solidFill>
              </a:rPr>
              <a:t>To </a:t>
            </a:r>
            <a:r>
              <a:rPr lang="ja-JP" altLang="en-US" sz="2400" dirty="0" smtClean="0">
                <a:solidFill>
                  <a:srgbClr val="FF0000"/>
                </a:solidFill>
              </a:rPr>
              <a:t>フィルタ</a:t>
            </a:r>
            <a:r>
              <a:rPr lang="ja-JP" altLang="en-US" sz="2400" dirty="0">
                <a:solidFill>
                  <a:srgbClr val="FF0000"/>
                </a:solidFill>
              </a:rPr>
              <a:t>サイズ</a:t>
            </a:r>
            <a:endParaRPr lang="en-US" altLang="ja-JP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 smtClean="0">
                <a:solidFill>
                  <a:srgbClr val="FF0000"/>
                </a:solidFill>
              </a:rPr>
              <a:t>　</a:t>
            </a:r>
            <a:r>
              <a:rPr lang="en-US" altLang="ja-JP" sz="2400" dirty="0" smtClean="0">
                <a:solidFill>
                  <a:srgbClr val="FF0000"/>
                </a:solidFill>
              </a:rPr>
              <a:t>                    </a:t>
            </a:r>
            <a:r>
              <a:rPr lang="en-US" altLang="ja-JP" sz="2400" dirty="0">
                <a:solidFill>
                  <a:srgbClr val="FF0000"/>
                </a:solidFill>
              </a:rPr>
              <a:t>For Y = </a:t>
            </a:r>
            <a:r>
              <a:rPr lang="en-US" altLang="ja-JP" sz="2400" dirty="0" smtClean="0">
                <a:solidFill>
                  <a:srgbClr val="FF0000"/>
                </a:solidFill>
              </a:rPr>
              <a:t>1 </a:t>
            </a:r>
            <a:r>
              <a:rPr lang="en-US" altLang="ja-JP" sz="2400" dirty="0">
                <a:solidFill>
                  <a:srgbClr val="FF0000"/>
                </a:solidFill>
              </a:rPr>
              <a:t>To </a:t>
            </a:r>
            <a:r>
              <a:rPr lang="ja-JP" altLang="en-US" sz="2400" dirty="0" smtClean="0">
                <a:solidFill>
                  <a:srgbClr val="FF0000"/>
                </a:solidFill>
              </a:rPr>
              <a:t>フィルタサイズ</a:t>
            </a:r>
            <a:endParaRPr lang="en-US" altLang="ja-JP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 smtClean="0">
                <a:solidFill>
                  <a:srgbClr val="FF0000"/>
                </a:solidFill>
              </a:rPr>
              <a:t>　　　　　　　　　　　</a:t>
            </a:r>
            <a:r>
              <a:rPr lang="pt-BR" altLang="ja-JP" sz="2400" dirty="0" smtClean="0">
                <a:solidFill>
                  <a:srgbClr val="FF0000"/>
                </a:solidFill>
              </a:rPr>
              <a:t> </a:t>
            </a:r>
            <a:r>
              <a:rPr lang="ja-JP" altLang="en-US" sz="2400" b="1" dirty="0" smtClean="0">
                <a:solidFill>
                  <a:srgbClr val="00B050"/>
                </a:solidFill>
              </a:rPr>
              <a:t>ピクセル値</a:t>
            </a:r>
            <a:r>
              <a:rPr lang="en-US" altLang="ja-JP" sz="2400" b="1" dirty="0" smtClean="0">
                <a:solidFill>
                  <a:srgbClr val="00B050"/>
                </a:solidFill>
              </a:rPr>
              <a:t>(i,</a:t>
            </a:r>
            <a:r>
              <a:rPr lang="ja-JP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ja-JP" sz="2400" b="1" dirty="0" smtClean="0">
                <a:solidFill>
                  <a:srgbClr val="00B050"/>
                </a:solidFill>
              </a:rPr>
              <a:t>j)</a:t>
            </a:r>
            <a:r>
              <a:rPr lang="ja-JP" altLang="en-US" sz="2400" b="1" dirty="0" smtClean="0">
                <a:solidFill>
                  <a:srgbClr val="00B050"/>
                </a:solidFill>
              </a:rPr>
              <a:t>＝変換式</a:t>
            </a:r>
            <a:endParaRPr lang="en-US" altLang="ja-JP" sz="24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ja-JP" altLang="en-US" sz="2400" dirty="0" smtClean="0">
                <a:solidFill>
                  <a:srgbClr val="FF0000"/>
                </a:solidFill>
              </a:rPr>
              <a:t>　　　　　　　　　 </a:t>
            </a:r>
            <a:r>
              <a:rPr lang="en-US" altLang="ja-JP" sz="2400" dirty="0" smtClean="0">
                <a:solidFill>
                  <a:srgbClr val="FF0000"/>
                </a:solidFill>
              </a:rPr>
              <a:t>Next Y</a:t>
            </a:r>
          </a:p>
          <a:p>
            <a:pPr marL="0" indent="0">
              <a:buNone/>
            </a:pPr>
            <a:r>
              <a:rPr lang="en-US" altLang="ja-JP" sz="2400" dirty="0" smtClean="0">
                <a:solidFill>
                  <a:srgbClr val="FF0000"/>
                </a:solidFill>
              </a:rPr>
              <a:t>                Next X</a:t>
            </a:r>
          </a:p>
          <a:p>
            <a:pPr marL="0" indent="0">
              <a:buNone/>
            </a:pPr>
            <a:r>
              <a:rPr lang="en-US" altLang="ja-JP" sz="2400" b="1" dirty="0" smtClean="0">
                <a:solidFill>
                  <a:srgbClr val="006600"/>
                </a:solidFill>
              </a:rPr>
              <a:t>                </a:t>
            </a:r>
            <a:r>
              <a:rPr lang="ja-JP" altLang="en-US" sz="2400" b="1" dirty="0" smtClean="0">
                <a:solidFill>
                  <a:srgbClr val="006600"/>
                </a:solidFill>
              </a:rPr>
              <a:t>ピクセル値</a:t>
            </a:r>
            <a:r>
              <a:rPr lang="en-US" altLang="ja-JP" sz="2400" b="1" dirty="0" smtClean="0">
                <a:solidFill>
                  <a:srgbClr val="006600"/>
                </a:solidFill>
              </a:rPr>
              <a:t>(i, j)</a:t>
            </a:r>
            <a:r>
              <a:rPr lang="ja-JP" altLang="en-US" sz="2400" b="1" dirty="0" smtClean="0">
                <a:solidFill>
                  <a:srgbClr val="006600"/>
                </a:solidFill>
              </a:rPr>
              <a:t>の書き込み（</a:t>
            </a:r>
            <a:r>
              <a:rPr lang="en-US" altLang="ja-JP" sz="2400" b="1" dirty="0" smtClean="0">
                <a:solidFill>
                  <a:srgbClr val="006600"/>
                </a:solidFill>
              </a:rPr>
              <a:t>Bitmap</a:t>
            </a:r>
            <a:r>
              <a:rPr lang="ja-JP" altLang="en-US" sz="2400" b="1" dirty="0" smtClean="0">
                <a:solidFill>
                  <a:srgbClr val="006600"/>
                </a:solidFill>
              </a:rPr>
              <a:t>へ）</a:t>
            </a:r>
            <a:endParaRPr lang="en-US" altLang="ja-JP" sz="2400" b="1" dirty="0" smtClean="0">
              <a:solidFill>
                <a:srgbClr val="006600"/>
              </a:solidFill>
            </a:endParaRPr>
          </a:p>
          <a:p>
            <a:pPr marL="0" indent="0">
              <a:buNone/>
            </a:pPr>
            <a:r>
              <a:rPr lang="en-US" altLang="ja-JP" sz="2400" dirty="0" smtClean="0"/>
              <a:t>    Next </a:t>
            </a:r>
            <a:r>
              <a:rPr lang="en-US" altLang="ja-JP" sz="2400" dirty="0"/>
              <a:t>i</a:t>
            </a:r>
          </a:p>
          <a:p>
            <a:pPr marL="0" indent="0">
              <a:buNone/>
            </a:pPr>
            <a:r>
              <a:rPr lang="en-US" altLang="ja-JP" sz="2400" dirty="0" smtClean="0"/>
              <a:t>Next j</a:t>
            </a:r>
            <a:endParaRPr lang="ja-JP" altLang="ja-JP" sz="2400" dirty="0" smtClean="0"/>
          </a:p>
        </p:txBody>
      </p:sp>
      <p:sp>
        <p:nvSpPr>
          <p:cNvPr id="2" name="角丸四角形吹き出し 1"/>
          <p:cNvSpPr/>
          <p:nvPr/>
        </p:nvSpPr>
        <p:spPr>
          <a:xfrm>
            <a:off x="4796185" y="1484784"/>
            <a:ext cx="3816424" cy="1368152"/>
          </a:xfrm>
          <a:prstGeom prst="wedgeRoundRectCallout">
            <a:avLst>
              <a:gd name="adj1" fmla="val -38527"/>
              <a:gd name="adj2" fmla="val 6250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 smtClean="0">
                <a:solidFill>
                  <a:schemeClr val="tx1"/>
                </a:solidFill>
              </a:rPr>
              <a:t>パラメータ＝１のとき</a:t>
            </a:r>
            <a:r>
              <a:rPr kumimoji="1" lang="en-US" altLang="ja-JP" dirty="0" smtClean="0">
                <a:solidFill>
                  <a:schemeClr val="tx1"/>
                </a:solidFill>
              </a:rPr>
              <a:t/>
            </a:r>
            <a:br>
              <a:rPr kumimoji="1" lang="en-US" altLang="ja-JP" dirty="0" smtClean="0">
                <a:solidFill>
                  <a:schemeClr val="tx1"/>
                </a:solidFill>
              </a:rPr>
            </a:br>
            <a:r>
              <a:rPr kumimoji="1" lang="ja-JP" altLang="en-US" dirty="0" smtClean="0">
                <a:solidFill>
                  <a:schemeClr val="tx1"/>
                </a:solidFill>
              </a:rPr>
              <a:t>　　　</a:t>
            </a:r>
            <a:r>
              <a:rPr lang="ja-JP" altLang="en-US" dirty="0" smtClean="0">
                <a:solidFill>
                  <a:schemeClr val="tx1"/>
                </a:solidFill>
              </a:rPr>
              <a:t>行列サイズ＝３</a:t>
            </a:r>
            <a:r>
              <a:rPr lang="en-US" altLang="ja-JP" dirty="0" smtClean="0">
                <a:solidFill>
                  <a:schemeClr val="tx1"/>
                </a:solidFill>
              </a:rPr>
              <a:t>×3</a:t>
            </a:r>
            <a:r>
              <a:rPr lang="ja-JP" altLang="en-US" dirty="0" smtClean="0">
                <a:solidFill>
                  <a:schemeClr val="tx1"/>
                </a:solidFill>
              </a:rPr>
              <a:t>＝</a:t>
            </a:r>
            <a:r>
              <a:rPr lang="en-US" altLang="ja-JP" dirty="0" smtClean="0">
                <a:solidFill>
                  <a:srgbClr val="FF0000"/>
                </a:solidFill>
              </a:rPr>
              <a:t>9</a:t>
            </a:r>
          </a:p>
          <a:p>
            <a:r>
              <a:rPr lang="ja-JP" altLang="en-US" dirty="0" smtClean="0">
                <a:solidFill>
                  <a:schemeClr val="tx1"/>
                </a:solidFill>
              </a:rPr>
              <a:t>パラメータ＝５のとき</a:t>
            </a:r>
            <a:endParaRPr lang="en-US" altLang="ja-JP" dirty="0" smtClean="0">
              <a:solidFill>
                <a:schemeClr val="tx1"/>
              </a:solidFill>
            </a:endParaRPr>
          </a:p>
          <a:p>
            <a:r>
              <a:rPr lang="ja-JP" altLang="en-US" dirty="0" smtClean="0">
                <a:solidFill>
                  <a:schemeClr val="tx1"/>
                </a:solidFill>
              </a:rPr>
              <a:t>　　　行列サイズ＝</a:t>
            </a:r>
            <a:r>
              <a:rPr lang="en-US" altLang="ja-JP" dirty="0" smtClean="0">
                <a:solidFill>
                  <a:schemeClr val="tx1"/>
                </a:solidFill>
              </a:rPr>
              <a:t>11×11</a:t>
            </a:r>
            <a:r>
              <a:rPr lang="ja-JP" altLang="en-US" dirty="0" smtClean="0">
                <a:solidFill>
                  <a:schemeClr val="tx1"/>
                </a:solidFill>
              </a:rPr>
              <a:t>＝</a:t>
            </a:r>
            <a:r>
              <a:rPr lang="ja-JP" altLang="en-US" dirty="0" smtClean="0">
                <a:solidFill>
                  <a:srgbClr val="FF0000"/>
                </a:solidFill>
              </a:rPr>
              <a:t>１２１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38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 txBox="1">
            <a:spLocks/>
          </p:cNvSpPr>
          <p:nvPr/>
        </p:nvSpPr>
        <p:spPr>
          <a:xfrm>
            <a:off x="683568" y="1268760"/>
            <a:ext cx="7920880" cy="4392488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endParaRPr lang="en-US" altLang="ja-JP" sz="1200" dirty="0" smtClean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sz="3000" dirty="0" smtClean="0"/>
              <a:t>　</a:t>
            </a:r>
            <a:endParaRPr lang="ja-JP" altLang="ja-JP" sz="3000" dirty="0" smtClean="0"/>
          </a:p>
        </p:txBody>
      </p:sp>
      <p:sp>
        <p:nvSpPr>
          <p:cNvPr id="4" name="コンテンツ プレースホルダー 2"/>
          <p:cNvSpPr txBox="1">
            <a:spLocks/>
          </p:cNvSpPr>
          <p:nvPr/>
        </p:nvSpPr>
        <p:spPr>
          <a:xfrm>
            <a:off x="611560" y="620688"/>
            <a:ext cx="7920880" cy="5904656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 smtClean="0"/>
              <a:t>ぼかし・鮮鋭化の画像変換の高速化（今後の予定）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400" b="1" dirty="0" smtClean="0"/>
          </a:p>
          <a:p>
            <a:r>
              <a:rPr lang="ja-JP" altLang="en-US" sz="2800" dirty="0" smtClean="0"/>
              <a:t>アルゴリズムの見直しによる高速化は困難です。</a:t>
            </a:r>
            <a:endParaRPr lang="en-US" altLang="ja-JP" sz="2800" dirty="0" smtClean="0"/>
          </a:p>
          <a:p>
            <a:pPr marL="0" indent="0">
              <a:buNone/>
            </a:pPr>
            <a:endParaRPr lang="en-US" altLang="ja-JP" sz="2800" dirty="0" smtClean="0"/>
          </a:p>
          <a:p>
            <a:r>
              <a:rPr lang="en-US" altLang="ja-JP" sz="2800" dirty="0" smtClean="0"/>
              <a:t>.</a:t>
            </a:r>
            <a:r>
              <a:rPr lang="en-US" altLang="ja-JP" sz="2800" dirty="0"/>
              <a:t>NET</a:t>
            </a:r>
            <a:r>
              <a:rPr lang="ja-JP" altLang="ja-JP" sz="2800" dirty="0"/>
              <a:t>の</a:t>
            </a:r>
            <a:r>
              <a:rPr lang="en-US" altLang="ja-JP" sz="2800" dirty="0" err="1"/>
              <a:t>System.Drawing.Bitmap</a:t>
            </a:r>
            <a:r>
              <a:rPr lang="ja-JP" altLang="ja-JP" sz="2800" dirty="0" smtClean="0"/>
              <a:t>クラス</a:t>
            </a:r>
            <a:r>
              <a:rPr lang="ja-JP" altLang="en-US" sz="2800" dirty="0" smtClean="0"/>
              <a:t>の処理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高速化が期待できるので試してみます。</a:t>
            </a:r>
            <a:endParaRPr lang="en-US" altLang="ja-JP" sz="2800" dirty="0" smtClean="0"/>
          </a:p>
          <a:p>
            <a:endParaRPr lang="en-US" altLang="ja-JP" sz="2800" dirty="0"/>
          </a:p>
          <a:p>
            <a:r>
              <a:rPr lang="ja-JP" altLang="en-US" sz="2800" dirty="0" smtClean="0"/>
              <a:t>現在はデバッグモードのみで実行しています。これを本番用のリリースモードでビルドした場合にどうなるか検証してみます。</a:t>
            </a:r>
            <a:endParaRPr lang="en-US" altLang="ja-JP" sz="2800" dirty="0" smtClean="0"/>
          </a:p>
          <a:p>
            <a:pPr marL="0" indent="0">
              <a:buNone/>
            </a:pPr>
            <a:endParaRPr lang="en-US" altLang="ja-JP" sz="2800" dirty="0"/>
          </a:p>
          <a:p>
            <a:endParaRPr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340834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1259632" y="2924944"/>
            <a:ext cx="6840760" cy="6840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 dirty="0"/>
              <a:t>ご清聴ありがとう</a:t>
            </a:r>
            <a:r>
              <a:rPr lang="ja-JP" altLang="en-US" sz="4000" dirty="0" smtClean="0"/>
              <a:t>ございました。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5961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雪藤">
  <a:themeElements>
    <a:clrScheme name="雪藤">
      <a:dk1>
        <a:sysClr val="windowText" lastClr="000000"/>
      </a:dk1>
      <a:lt1>
        <a:sysClr val="window" lastClr="FFFFFF"/>
      </a:lt1>
      <a:dk2>
        <a:srgbClr val="000049"/>
      </a:dk2>
      <a:lt2>
        <a:srgbClr val="E3E8FF"/>
      </a:lt2>
      <a:accent1>
        <a:srgbClr val="947098"/>
      </a:accent1>
      <a:accent2>
        <a:srgbClr val="809E90"/>
      </a:accent2>
      <a:accent3>
        <a:srgbClr val="7574AC"/>
      </a:accent3>
      <a:accent4>
        <a:srgbClr val="A4715D"/>
      </a:accent4>
      <a:accent5>
        <a:srgbClr val="9E9E78"/>
      </a:accent5>
      <a:accent6>
        <a:srgbClr val="6079A4"/>
      </a:accent6>
      <a:hlink>
        <a:srgbClr val="0000FF"/>
      </a:hlink>
      <a:folHlink>
        <a:srgbClr val="800080"/>
      </a:folHlink>
    </a:clrScheme>
    <a:fontScheme name="雪藤">
      <a:majorFont>
        <a:latin typeface="Bookman Old Style"/>
        <a:ea typeface=""/>
        <a:cs typeface=""/>
        <a:font script="Jpan" typeface="HGP明朝E"/>
        <a:font script="Hang" typeface="돋움"/>
        <a:font script="Hans" typeface="黑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方正舒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雪藤">
      <a: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13000"/>
                <a:lum val="79000"/>
              </a:schemeClr>
            </a:gs>
            <a:gs pos="100000">
              <a:schemeClr val="phClr">
                <a:sat val="100000"/>
                <a:lum val="95000"/>
              </a:schemeClr>
            </a:gs>
          </a:gsLst>
          <a:lin ang="5400000" scaled="1"/>
        </a:gradFill>
        <a:blipFill>
          <a:blip xmlns:r="http://schemas.openxmlformats.org/officeDocument/2006/relationships" r:embed="rId1">
            <a:duotone>
              <a:srgbClr val="FFFFFF"/>
              <a:schemeClr val="phClr">
                <a:tint val="100000"/>
              </a:schemeClr>
            </a:duotone>
          </a:blip>
        </a:blipFill>
      </a:fillStyleLst>
      <a:lnStyleLst>
        <a:ln w="9525">
          <a:solidFill>
            <a:schemeClr val="phClr">
              <a:alpha val="100000"/>
            </a:schemeClr>
          </a:solidFill>
          <a:prstDash val="solid"/>
        </a:ln>
        <a:ln w="12700">
          <a:solidFill>
            <a:schemeClr val="phClr">
              <a:alpha val="100000"/>
            </a:schemeClr>
          </a:solidFill>
          <a:prstDash val="solid"/>
        </a:ln>
        <a:ln w="38100">
          <a:solidFill>
            <a:schemeClr val="phClr">
              <a:alpha val="10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glow rad="101600">
              <a:schemeClr val="phClr">
                <a:alpha val="10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/>
            <a:lightRig rig="threePt" dir="t">
              <a:rot lat="0" lon="0" rev="18900000"/>
            </a:lightRig>
          </a:scene3d>
          <a:sp3d/>
        </a:effectStyle>
        <a:effectStyle>
          <a:effectLst>
            <a:glow rad="101600">
              <a:schemeClr val="phClr">
                <a:alpha val="15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 fov="0"/>
            <a:lightRig rig="glow" dir="t">
              <a:rot lat="0" lon="0" rev="2700000"/>
            </a:lightRig>
          </a:scene3d>
          <a:sp3d>
            <a:bevelT w="342900" h="38100" prst="softRound"/>
            <a:bevelB w="342900" h="38100" prst="softRound"/>
            <a:contourClr>
              <a:srgbClr val="000000"/>
            </a:contourClr>
          </a:sp3d>
        </a:effectStyle>
      </a:effectStyleLst>
      <a:bg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0"/>
                <a:lum val="100000"/>
              </a:schemeClr>
            </a:gs>
            <a:gs pos="100000">
              <a:schemeClr val="phClr">
                <a:sat val="100000"/>
                <a:lum val="90000"/>
              </a:schemeClr>
            </a:gs>
          </a:gsLst>
          <a:lin ang="16200000" scaled="1"/>
        </a:gradFill>
        <a:blipFill rotWithShape="0">
          <a:blip xmlns:r="http://schemas.openxmlformats.org/officeDocument/2006/relationships" r:embed="rId2">
            <a:duotone>
              <a:schemeClr val="phClr">
                <a:shade val="28000"/>
                <a:satMod val="250000"/>
              </a:schemeClr>
              <a:schemeClr val="phClr">
                <a:tint val="92350"/>
                <a:satMod val="150000"/>
              </a:schemeClr>
            </a:duotone>
          </a:blip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Wistaria</Template>
  <TotalTime>1432</TotalTime>
  <Words>859</Words>
  <Application>Microsoft Office PowerPoint</Application>
  <PresentationFormat>画面に合わせる (4:3)</PresentationFormat>
  <Paragraphs>155</Paragraphs>
  <Slides>20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1" baseType="lpstr">
      <vt:lpstr>雪藤</vt:lpstr>
      <vt:lpstr>ASP.NETを用いた画像変換サイトの作成</vt:lpstr>
      <vt:lpstr>はじめに</vt:lpstr>
      <vt:lpstr>研究概要</vt:lpstr>
      <vt:lpstr>開発環境</vt:lpstr>
      <vt:lpstr>PowerPoint プレゼンテーション</vt:lpstr>
      <vt:lpstr>PowerPoint プレゼンテーション</vt:lpstr>
      <vt:lpstr>設計及び製作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評価・まとめ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VB.NETを用いた画像変換サイトの作成</dc:title>
  <dc:creator>h23cis12</dc:creator>
  <cp:lastModifiedBy>h23cis12</cp:lastModifiedBy>
  <cp:revision>241</cp:revision>
  <cp:lastPrinted>2012-12-17T02:42:48Z</cp:lastPrinted>
  <dcterms:created xsi:type="dcterms:W3CDTF">2012-07-12T00:45:35Z</dcterms:created>
  <dcterms:modified xsi:type="dcterms:W3CDTF">2013-02-28T05:31:58Z</dcterms:modified>
</cp:coreProperties>
</file>