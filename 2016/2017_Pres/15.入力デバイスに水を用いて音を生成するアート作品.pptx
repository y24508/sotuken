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notesSlides/notesSlide16.xml" ContentType="application/vnd.openxmlformats-officedocument.presentationml.notesSlide+xml"/>
  <Override PartName="/ppt/charts/chart2.xml" ContentType="application/vnd.openxmlformats-officedocument.drawingml.chart+xml"/>
  <Override PartName="/ppt/theme/themeOverride2.xml" ContentType="application/vnd.openxmlformats-officedocument.themeOverride+xml"/>
  <Override PartName="/ppt/notesSlides/notesSlide17.xml" ContentType="application/vnd.openxmlformats-officedocument.presentationml.notesSlide+xml"/>
  <Override PartName="/ppt/charts/chart3.xml" ContentType="application/vnd.openxmlformats-officedocument.drawingml.chart+xml"/>
  <Override PartName="/ppt/theme/themeOverride3.xml" ContentType="application/vnd.openxmlformats-officedocument.themeOverride+xml"/>
  <Override PartName="/ppt/notesSlides/notesSlide18.xml" ContentType="application/vnd.openxmlformats-officedocument.presentationml.notesSlide+xml"/>
  <Override PartName="/ppt/charts/chart4.xml" ContentType="application/vnd.openxmlformats-officedocument.drawingml.chart+xml"/>
  <Override PartName="/ppt/theme/themeOverride4.xml" ContentType="application/vnd.openxmlformats-officedocument.themeOverr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3"/>
  </p:notesMasterIdLst>
  <p:handoutMasterIdLst>
    <p:handoutMasterId r:id="rId24"/>
  </p:handoutMasterIdLst>
  <p:sldIdLst>
    <p:sldId id="256" r:id="rId2"/>
    <p:sldId id="261" r:id="rId3"/>
    <p:sldId id="286" r:id="rId4"/>
    <p:sldId id="259" r:id="rId5"/>
    <p:sldId id="264" r:id="rId6"/>
    <p:sldId id="272" r:id="rId7"/>
    <p:sldId id="285" r:id="rId8"/>
    <p:sldId id="263" r:id="rId9"/>
    <p:sldId id="262" r:id="rId10"/>
    <p:sldId id="276" r:id="rId11"/>
    <p:sldId id="274" r:id="rId12"/>
    <p:sldId id="277" r:id="rId13"/>
    <p:sldId id="282" r:id="rId14"/>
    <p:sldId id="283" r:id="rId15"/>
    <p:sldId id="278" r:id="rId16"/>
    <p:sldId id="279" r:id="rId17"/>
    <p:sldId id="280" r:id="rId18"/>
    <p:sldId id="281" r:id="rId19"/>
    <p:sldId id="284" r:id="rId20"/>
    <p:sldId id="275" r:id="rId21"/>
    <p:sldId id="273" r:id="rId22"/>
  </p:sldIdLst>
  <p:sldSz cx="9144000" cy="6858000" type="screen4x3"/>
  <p:notesSz cx="6735763" cy="98663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テーマ スタイル 2 - アクセント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594" autoAdjust="0"/>
  </p:normalViewPr>
  <p:slideViewPr>
    <p:cSldViewPr>
      <p:cViewPr varScale="1">
        <p:scale>
          <a:sx n="96" d="100"/>
          <a:sy n="96" d="100"/>
        </p:scale>
        <p:origin x="-2064" y="-108"/>
      </p:cViewPr>
      <p:guideLst>
        <p:guide orient="horz" pos="2160"/>
        <p:guide pos="2880"/>
      </p:guideLst>
    </p:cSldViewPr>
  </p:slideViewPr>
  <p:notesTextViewPr>
    <p:cViewPr>
      <p:scale>
        <a:sx n="1" d="1"/>
        <a:sy n="1" d="1"/>
      </p:scale>
      <p:origin x="0" y="0"/>
    </p:cViewPr>
  </p:notesTextViewPr>
  <p:notesViewPr>
    <p:cSldViewPr>
      <p:cViewPr varScale="1">
        <p:scale>
          <a:sx n="91" d="100"/>
          <a:sy n="91" d="100"/>
        </p:scale>
        <p:origin x="-828" y="-96"/>
      </p:cViewPr>
      <p:guideLst>
        <p:guide orient="horz" pos="3108"/>
        <p:guide pos="2122"/>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2" Type="http://schemas.openxmlformats.org/officeDocument/2006/relationships/package" Target="../embeddings/Microsoft_Excel_______1.xlsx"/><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2" Type="http://schemas.openxmlformats.org/officeDocument/2006/relationships/package" Target="../embeddings/Microsoft_Excel_______2.xlsx"/><Relationship Id="rId1" Type="http://schemas.openxmlformats.org/officeDocument/2006/relationships/themeOverride" Target="../theme/themeOverride2.xml"/></Relationships>
</file>

<file path=ppt/charts/_rels/chart3.xml.rels><?xml version="1.0" encoding="UTF-8" standalone="yes"?>
<Relationships xmlns="http://schemas.openxmlformats.org/package/2006/relationships"><Relationship Id="rId2" Type="http://schemas.openxmlformats.org/officeDocument/2006/relationships/package" Target="../embeddings/Microsoft_Excel_______3.xlsx"/><Relationship Id="rId1" Type="http://schemas.openxmlformats.org/officeDocument/2006/relationships/themeOverride" Target="../theme/themeOverride3.xml"/></Relationships>
</file>

<file path=ppt/charts/_rels/chart4.xml.rels><?xml version="1.0" encoding="UTF-8" standalone="yes"?>
<Relationships xmlns="http://schemas.openxmlformats.org/package/2006/relationships"><Relationship Id="rId2" Type="http://schemas.openxmlformats.org/officeDocument/2006/relationships/package" Target="../embeddings/Microsoft_Excel_______4.xlsx"/><Relationship Id="rId1" Type="http://schemas.openxmlformats.org/officeDocument/2006/relationships/themeOverride" Target="../theme/themeOverride4.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layout/>
      <c:overlay val="0"/>
    </c:title>
    <c:autoTitleDeleted val="0"/>
    <c:plotArea>
      <c:layout/>
      <c:lineChart>
        <c:grouping val="standard"/>
        <c:varyColors val="0"/>
        <c:ser>
          <c:idx val="0"/>
          <c:order val="0"/>
          <c:tx>
            <c:strRef>
              <c:f>Sheet1!$E$2</c:f>
              <c:strCache>
                <c:ptCount val="1"/>
                <c:pt idx="0">
                  <c:v>ギザギザ</c:v>
                </c:pt>
              </c:strCache>
            </c:strRef>
          </c:tx>
          <c:marker>
            <c:symbol val="none"/>
          </c:marker>
          <c:val>
            <c:numRef>
              <c:f>Sheet1!$E$3:$E$363</c:f>
              <c:numCache>
                <c:formatCode>General</c:formatCode>
                <c:ptCount val="361"/>
                <c:pt idx="0">
                  <c:v>0</c:v>
                </c:pt>
                <c:pt idx="1">
                  <c:v>0.19963038698627916</c:v>
                </c:pt>
                <c:pt idx="2">
                  <c:v>-7.6661567246270046E-3</c:v>
                </c:pt>
                <c:pt idx="3">
                  <c:v>-2.053582853193775E-2</c:v>
                </c:pt>
                <c:pt idx="4">
                  <c:v>0.19144049989620582</c:v>
                </c:pt>
                <c:pt idx="5">
                  <c:v>0.14225334548668073</c:v>
                </c:pt>
                <c:pt idx="6">
                  <c:v>0.24233843531270172</c:v>
                </c:pt>
                <c:pt idx="7">
                  <c:v>7.7964133480892539E-2</c:v>
                </c:pt>
                <c:pt idx="8">
                  <c:v>7.976940484197953E-2</c:v>
                </c:pt>
                <c:pt idx="9">
                  <c:v>8.1755766050034595E-2</c:v>
                </c:pt>
                <c:pt idx="10">
                  <c:v>5.2819320492384414E-2</c:v>
                </c:pt>
                <c:pt idx="11">
                  <c:v>0.18724007933350989</c:v>
                </c:pt>
                <c:pt idx="12">
                  <c:v>2.1435559631523937E-2</c:v>
                </c:pt>
                <c:pt idx="13">
                  <c:v>2.6928954111086673E-2</c:v>
                </c:pt>
                <c:pt idx="14">
                  <c:v>0.4085184284678362</c:v>
                </c:pt>
                <c:pt idx="15">
                  <c:v>0.32944518217249902</c:v>
                </c:pt>
                <c:pt idx="16">
                  <c:v>0.43372904397418061</c:v>
                </c:pt>
                <c:pt idx="17">
                  <c:v>0.34381283281433467</c:v>
                </c:pt>
                <c:pt idx="18">
                  <c:v>0.25102411852251977</c:v>
                </c:pt>
                <c:pt idx="19">
                  <c:v>0.22120589405631302</c:v>
                </c:pt>
                <c:pt idx="20">
                  <c:v>0.50239677254955217</c:v>
                </c:pt>
                <c:pt idx="21">
                  <c:v>0.29054566300289264</c:v>
                </c:pt>
                <c:pt idx="22">
                  <c:v>0.55790421923765265</c:v>
                </c:pt>
                <c:pt idx="23">
                  <c:v>0.39416086349710006</c:v>
                </c:pt>
                <c:pt idx="24">
                  <c:v>0.57805493988433598</c:v>
                </c:pt>
                <c:pt idx="25">
                  <c:v>0.50980804804484015</c:v>
                </c:pt>
                <c:pt idx="26">
                  <c:v>0.47606725945585909</c:v>
                </c:pt>
                <c:pt idx="27">
                  <c:v>0.55298463504258621</c:v>
                </c:pt>
                <c:pt idx="28">
                  <c:v>0.29497300940270682</c:v>
                </c:pt>
                <c:pt idx="29">
                  <c:v>0.28582908600254381</c:v>
                </c:pt>
                <c:pt idx="30">
                  <c:v>0.35310409243920798</c:v>
                </c:pt>
                <c:pt idx="31">
                  <c:v>0.56587256024691723</c:v>
                </c:pt>
                <c:pt idx="32">
                  <c:v>0.71581334659392515</c:v>
                </c:pt>
                <c:pt idx="33">
                  <c:v>0.63218954106368663</c:v>
                </c:pt>
                <c:pt idx="34">
                  <c:v>0.54813656429908564</c:v>
                </c:pt>
                <c:pt idx="35">
                  <c:v>0.67183262940424449</c:v>
                </c:pt>
                <c:pt idx="36">
                  <c:v>0.57016333681905929</c:v>
                </c:pt>
                <c:pt idx="37">
                  <c:v>0.4635934715589381</c:v>
                </c:pt>
                <c:pt idx="38">
                  <c:v>0.58626874067468737</c:v>
                </c:pt>
                <c:pt idx="39">
                  <c:v>0.69561217787270557</c:v>
                </c:pt>
                <c:pt idx="40">
                  <c:v>0.6842026229956355</c:v>
                </c:pt>
                <c:pt idx="41">
                  <c:v>0.53524946614238789</c:v>
                </c:pt>
                <c:pt idx="42">
                  <c:v>0.8663501978391317</c:v>
                </c:pt>
                <c:pt idx="43">
                  <c:v>0.67545094312147147</c:v>
                </c:pt>
                <c:pt idx="44">
                  <c:v>0.8355287604467001</c:v>
                </c:pt>
                <c:pt idx="45">
                  <c:v>0.86741493874851971</c:v>
                </c:pt>
                <c:pt idx="46">
                  <c:v>0.55188315419886047</c:v>
                </c:pt>
                <c:pt idx="47">
                  <c:v>0.7869652040451145</c:v>
                </c:pt>
                <c:pt idx="48">
                  <c:v>0.75089820189301859</c:v>
                </c:pt>
                <c:pt idx="49">
                  <c:v>0.75213741410447543</c:v>
                </c:pt>
                <c:pt idx="50">
                  <c:v>0.64185332770872283</c:v>
                </c:pt>
                <c:pt idx="51">
                  <c:v>0.68505641783978244</c:v>
                </c:pt>
                <c:pt idx="52">
                  <c:v>0.88593183818398002</c:v>
                </c:pt>
                <c:pt idx="53">
                  <c:v>0.69965864158839519</c:v>
                </c:pt>
                <c:pt idx="54">
                  <c:v>0.90413741596891284</c:v>
                </c:pt>
                <c:pt idx="55">
                  <c:v>0.68107586462704273</c:v>
                </c:pt>
                <c:pt idx="56">
                  <c:v>0.88902685529803782</c:v>
                </c:pt>
                <c:pt idx="57">
                  <c:v>0.86867838892845106</c:v>
                </c:pt>
                <c:pt idx="58">
                  <c:v>0.71919318970498081</c:v>
                </c:pt>
                <c:pt idx="59">
                  <c:v>0.93416269554984654</c:v>
                </c:pt>
                <c:pt idx="60">
                  <c:v>1.0091850937721627</c:v>
                </c:pt>
                <c:pt idx="61">
                  <c:v>0.74784078476406024</c:v>
                </c:pt>
                <c:pt idx="62">
                  <c:v>0.8745071721514297</c:v>
                </c:pt>
                <c:pt idx="63">
                  <c:v>0.78710007312563057</c:v>
                </c:pt>
                <c:pt idx="64">
                  <c:v>0.87542793704245203</c:v>
                </c:pt>
                <c:pt idx="65">
                  <c:v>1.0260676128913089</c:v>
                </c:pt>
                <c:pt idx="66">
                  <c:v>0.79325652295898785</c:v>
                </c:pt>
                <c:pt idx="67">
                  <c:v>0.98379279719470736</c:v>
                </c:pt>
                <c:pt idx="68">
                  <c:v>1.0702851247938121</c:v>
                </c:pt>
                <c:pt idx="69">
                  <c:v>0.90696191548574912</c:v>
                </c:pt>
                <c:pt idx="70">
                  <c:v>1.0474126472093264</c:v>
                </c:pt>
                <c:pt idx="71">
                  <c:v>0.83219169347959521</c:v>
                </c:pt>
                <c:pt idx="72">
                  <c:v>1.1373273178931418</c:v>
                </c:pt>
                <c:pt idx="73">
                  <c:v>0.94391771088451271</c:v>
                </c:pt>
                <c:pt idx="74">
                  <c:v>1.0548213750027464</c:v>
                </c:pt>
                <c:pt idx="75">
                  <c:v>0.88620428193637024</c:v>
                </c:pt>
                <c:pt idx="76">
                  <c:v>0.99966107424862649</c:v>
                </c:pt>
                <c:pt idx="77">
                  <c:v>1.1720234398948242</c:v>
                </c:pt>
                <c:pt idx="78">
                  <c:v>0.89071351845347557</c:v>
                </c:pt>
                <c:pt idx="79">
                  <c:v>0.87964115077619875</c:v>
                </c:pt>
                <c:pt idx="80">
                  <c:v>0.88205047766284506</c:v>
                </c:pt>
                <c:pt idx="81">
                  <c:v>0.85149455352824499</c:v>
                </c:pt>
                <c:pt idx="82">
                  <c:v>1.1149562473271397</c:v>
                </c:pt>
                <c:pt idx="83">
                  <c:v>0.81117237660331987</c:v>
                </c:pt>
                <c:pt idx="84">
                  <c:v>1.116309104355838</c:v>
                </c:pt>
                <c:pt idx="85">
                  <c:v>0.99356262257565708</c:v>
                </c:pt>
                <c:pt idx="86">
                  <c:v>0.97450277760391613</c:v>
                </c:pt>
                <c:pt idx="87">
                  <c:v>0.85988063820253058</c:v>
                </c:pt>
                <c:pt idx="88">
                  <c:v>0.91457212307728608</c:v>
                </c:pt>
                <c:pt idx="89">
                  <c:v>1.0199931884516704</c:v>
                </c:pt>
                <c:pt idx="90">
                  <c:v>1.0471769887633982</c:v>
                </c:pt>
                <c:pt idx="91">
                  <c:v>0.83978528134822072</c:v>
                </c:pt>
                <c:pt idx="92">
                  <c:v>0.90517123868532856</c:v>
                </c:pt>
                <c:pt idx="93">
                  <c:v>0.98380576708890866</c:v>
                </c:pt>
                <c:pt idx="94">
                  <c:v>0.91485523399326274</c:v>
                </c:pt>
                <c:pt idx="95">
                  <c:v>0.94692400098885532</c:v>
                </c:pt>
                <c:pt idx="96">
                  <c:v>0.95116088171133217</c:v>
                </c:pt>
                <c:pt idx="97">
                  <c:v>1.0597593097816105</c:v>
                </c:pt>
                <c:pt idx="98">
                  <c:v>1.1400881025267326</c:v>
                </c:pt>
                <c:pt idx="99">
                  <c:v>0.88913976315295651</c:v>
                </c:pt>
                <c:pt idx="100">
                  <c:v>1.0862693624524986</c:v>
                </c:pt>
                <c:pt idx="101">
                  <c:v>1.0888298033443906</c:v>
                </c:pt>
                <c:pt idx="102">
                  <c:v>0.9275462207954952</c:v>
                </c:pt>
                <c:pt idx="103">
                  <c:v>0.88342978845027909</c:v>
                </c:pt>
                <c:pt idx="104">
                  <c:v>1.1090457158625564</c:v>
                </c:pt>
                <c:pt idx="105">
                  <c:v>0.86651130133852017</c:v>
                </c:pt>
                <c:pt idx="106">
                  <c:v>0.94476835384869418</c:v>
                </c:pt>
                <c:pt idx="107">
                  <c:v>1.031669888876124</c:v>
                </c:pt>
                <c:pt idx="108">
                  <c:v>0.84746148984501213</c:v>
                </c:pt>
                <c:pt idx="109">
                  <c:v>1.0056464934650453</c:v>
                </c:pt>
                <c:pt idx="110">
                  <c:v>1.0272255795051577</c:v>
                </c:pt>
                <c:pt idx="111">
                  <c:v>0.99537066836192234</c:v>
                </c:pt>
                <c:pt idx="112">
                  <c:v>0.83773742229747339</c:v>
                </c:pt>
                <c:pt idx="113">
                  <c:v>0.93471242353762429</c:v>
                </c:pt>
                <c:pt idx="114">
                  <c:v>0.88208482655315379</c:v>
                </c:pt>
                <c:pt idx="115">
                  <c:v>1.0255568011499687</c:v>
                </c:pt>
                <c:pt idx="116">
                  <c:v>1.0716711522004678</c:v>
                </c:pt>
                <c:pt idx="117">
                  <c:v>0.69920154215578312</c:v>
                </c:pt>
                <c:pt idx="118">
                  <c:v>0.79309581107928939</c:v>
                </c:pt>
                <c:pt idx="119">
                  <c:v>0.97142572723780107</c:v>
                </c:pt>
                <c:pt idx="120">
                  <c:v>0.94286966833293584</c:v>
                </c:pt>
                <c:pt idx="121">
                  <c:v>0.79285118826327228</c:v>
                </c:pt>
                <c:pt idx="122">
                  <c:v>0.86875523292266954</c:v>
                </c:pt>
                <c:pt idx="123">
                  <c:v>0.67605673651413478</c:v>
                </c:pt>
                <c:pt idx="124">
                  <c:v>1.0289130133205195</c:v>
                </c:pt>
                <c:pt idx="125">
                  <c:v>0.77775100649850004</c:v>
                </c:pt>
                <c:pt idx="126">
                  <c:v>0.94241319520361411</c:v>
                </c:pt>
                <c:pt idx="127">
                  <c:v>0.68127829598718925</c:v>
                </c:pt>
                <c:pt idx="128">
                  <c:v>0.68413133724048802</c:v>
                </c:pt>
                <c:pt idx="129">
                  <c:v>0.82780061730201315</c:v>
                </c:pt>
                <c:pt idx="130">
                  <c:v>0.9334140146928207</c:v>
                </c:pt>
                <c:pt idx="131">
                  <c:v>0.66735272623028696</c:v>
                </c:pt>
                <c:pt idx="132">
                  <c:v>0.88554337313568832</c:v>
                </c:pt>
                <c:pt idx="133">
                  <c:v>0.61948023749251413</c:v>
                </c:pt>
                <c:pt idx="134">
                  <c:v>0.89753206075234582</c:v>
                </c:pt>
                <c:pt idx="135">
                  <c:v>0.75552877986806521</c:v>
                </c:pt>
                <c:pt idx="136">
                  <c:v>0.67657292148977266</c:v>
                </c:pt>
                <c:pt idx="137">
                  <c:v>0.56919593322803519</c:v>
                </c:pt>
                <c:pt idx="138">
                  <c:v>0.72433722726378447</c:v>
                </c:pt>
                <c:pt idx="139">
                  <c:v>0.55774892468690584</c:v>
                </c:pt>
                <c:pt idx="140">
                  <c:v>0.67715158296454026</c:v>
                </c:pt>
                <c:pt idx="141">
                  <c:v>0.4809886099424257</c:v>
                </c:pt>
                <c:pt idx="142">
                  <c:v>0.45613639366656938</c:v>
                </c:pt>
                <c:pt idx="143">
                  <c:v>0.66301295105311442</c:v>
                </c:pt>
                <c:pt idx="144">
                  <c:v>0.411479999124508</c:v>
                </c:pt>
                <c:pt idx="145">
                  <c:v>0.44506902709873869</c:v>
                </c:pt>
                <c:pt idx="146">
                  <c:v>0.431032547313901</c:v>
                </c:pt>
                <c:pt idx="147">
                  <c:v>0.58099361041803577</c:v>
                </c:pt>
                <c:pt idx="148">
                  <c:v>0.50668995652648707</c:v>
                </c:pt>
                <c:pt idx="149">
                  <c:v>0.67696991356360448</c:v>
                </c:pt>
                <c:pt idx="150">
                  <c:v>0.66721199721991598</c:v>
                </c:pt>
                <c:pt idx="151">
                  <c:v>0.29471208515916858</c:v>
                </c:pt>
                <c:pt idx="152">
                  <c:v>0.39102127117602342</c:v>
                </c:pt>
                <c:pt idx="153">
                  <c:v>0.5475053802656078</c:v>
                </c:pt>
                <c:pt idx="154">
                  <c:v>0.44556048565456802</c:v>
                </c:pt>
                <c:pt idx="155">
                  <c:v>0.48673104671812578</c:v>
                </c:pt>
                <c:pt idx="156">
                  <c:v>0.2950880008207416</c:v>
                </c:pt>
                <c:pt idx="157">
                  <c:v>0.2361067204089779</c:v>
                </c:pt>
                <c:pt idx="158">
                  <c:v>0.44791980929200376</c:v>
                </c:pt>
                <c:pt idx="159">
                  <c:v>0.4514735278906486</c:v>
                </c:pt>
                <c:pt idx="160">
                  <c:v>0.37714028334417188</c:v>
                </c:pt>
                <c:pt idx="161">
                  <c:v>0.45784638844869358</c:v>
                </c:pt>
                <c:pt idx="162">
                  <c:v>0.15536299566479411</c:v>
                </c:pt>
                <c:pt idx="163">
                  <c:v>0.29978384426866439</c:v>
                </c:pt>
                <c:pt idx="164">
                  <c:v>0.34238748144433834</c:v>
                </c:pt>
                <c:pt idx="165">
                  <c:v>0.13040458394849769</c:v>
                </c:pt>
                <c:pt idx="166">
                  <c:v>0.37632096580399083</c:v>
                </c:pt>
                <c:pt idx="167">
                  <c:v>0.20267619986939611</c:v>
                </c:pt>
                <c:pt idx="168">
                  <c:v>7.9307364515940559E-2</c:v>
                </c:pt>
                <c:pt idx="169">
                  <c:v>0.20985627416108005</c:v>
                </c:pt>
                <c:pt idx="170">
                  <c:v>0.2920744957537203</c:v>
                </c:pt>
                <c:pt idx="171">
                  <c:v>6.1960326260788345E-2</c:v>
                </c:pt>
                <c:pt idx="172">
                  <c:v>0.29289919161797023</c:v>
                </c:pt>
                <c:pt idx="173">
                  <c:v>0.31916748848005455</c:v>
                </c:pt>
                <c:pt idx="174">
                  <c:v>0.14052983396448337</c:v>
                </c:pt>
                <c:pt idx="175">
                  <c:v>0.28675219848998568</c:v>
                </c:pt>
                <c:pt idx="176">
                  <c:v>-0.11003945891500683</c:v>
                </c:pt>
                <c:pt idx="177">
                  <c:v>-0.14279629284376186</c:v>
                </c:pt>
                <c:pt idx="178">
                  <c:v>-7.0965495345982232E-2</c:v>
                </c:pt>
                <c:pt idx="179">
                  <c:v>-0.14821471175259029</c:v>
                </c:pt>
                <c:pt idx="180">
                  <c:v>1.3611929340009904E-2</c:v>
                </c:pt>
                <c:pt idx="181">
                  <c:v>-0.1773217192756561</c:v>
                </c:pt>
                <c:pt idx="182">
                  <c:v>-0.20563934606380405</c:v>
                </c:pt>
                <c:pt idx="183">
                  <c:v>-4.3158713919993041E-2</c:v>
                </c:pt>
                <c:pt idx="184">
                  <c:v>-0.12879587153386446</c:v>
                </c:pt>
                <c:pt idx="185">
                  <c:v>4.9025464097520816E-2</c:v>
                </c:pt>
                <c:pt idx="186">
                  <c:v>1.8760907347077083E-3</c:v>
                </c:pt>
                <c:pt idx="187">
                  <c:v>-0.24825909049708905</c:v>
                </c:pt>
                <c:pt idx="188">
                  <c:v>-0.19650751686279719</c:v>
                </c:pt>
                <c:pt idx="189">
                  <c:v>-5.4810548766919931E-2</c:v>
                </c:pt>
                <c:pt idx="190">
                  <c:v>2.4436224520156202E-2</c:v>
                </c:pt>
                <c:pt idx="191">
                  <c:v>-9.1228108242395245E-2</c:v>
                </c:pt>
                <c:pt idx="192">
                  <c:v>-2.4719973482697888E-2</c:v>
                </c:pt>
                <c:pt idx="193">
                  <c:v>-0.4025602089085254</c:v>
                </c:pt>
                <c:pt idx="194">
                  <c:v>-0.3256546508053163</c:v>
                </c:pt>
                <c:pt idx="195">
                  <c:v>-8.4197739128960614E-2</c:v>
                </c:pt>
                <c:pt idx="196">
                  <c:v>-0.16385643733262517</c:v>
                </c:pt>
                <c:pt idx="197">
                  <c:v>-0.22289778368787011</c:v>
                </c:pt>
                <c:pt idx="198">
                  <c:v>-0.11952824816520408</c:v>
                </c:pt>
                <c:pt idx="199">
                  <c:v>-0.29761108144042803</c:v>
                </c:pt>
                <c:pt idx="200">
                  <c:v>-0.4562128309851527</c:v>
                </c:pt>
                <c:pt idx="201">
                  <c:v>-0.33415241230728338</c:v>
                </c:pt>
                <c:pt idx="202">
                  <c:v>-0.21275810623380365</c:v>
                </c:pt>
                <c:pt idx="203">
                  <c:v>-0.47735904249707967</c:v>
                </c:pt>
                <c:pt idx="204">
                  <c:v>-0.24864202074600206</c:v>
                </c:pt>
                <c:pt idx="205">
                  <c:v>-0.35357033024454004</c:v>
                </c:pt>
                <c:pt idx="206">
                  <c:v>-0.45469628627582581</c:v>
                </c:pt>
                <c:pt idx="207">
                  <c:v>-0.27538273493714427</c:v>
                </c:pt>
                <c:pt idx="208">
                  <c:v>-0.31015987036527976</c:v>
                </c:pt>
                <c:pt idx="209">
                  <c:v>-0.57568496769250599</c:v>
                </c:pt>
                <c:pt idx="210">
                  <c:v>-0.56671370508089192</c:v>
                </c:pt>
                <c:pt idx="211">
                  <c:v>-0.62602092269752729</c:v>
                </c:pt>
                <c:pt idx="212">
                  <c:v>-0.61556579282634405</c:v>
                </c:pt>
                <c:pt idx="213">
                  <c:v>-0.40952963472749077</c:v>
                </c:pt>
                <c:pt idx="214">
                  <c:v>-0.41997409599375313</c:v>
                </c:pt>
                <c:pt idx="215">
                  <c:v>-0.54447087928810811</c:v>
                </c:pt>
                <c:pt idx="216">
                  <c:v>-0.75388575422424697</c:v>
                </c:pt>
                <c:pt idx="217">
                  <c:v>-0.46121971460204902</c:v>
                </c:pt>
                <c:pt idx="218">
                  <c:v>-0.54351100414042408</c:v>
                </c:pt>
                <c:pt idx="219">
                  <c:v>-0.61223168703814224</c:v>
                </c:pt>
                <c:pt idx="220">
                  <c:v>-0.57857755267449229</c:v>
                </c:pt>
                <c:pt idx="221">
                  <c:v>-0.67249934395745226</c:v>
                </c:pt>
                <c:pt idx="222">
                  <c:v>-0.64207546249495961</c:v>
                </c:pt>
                <c:pt idx="223">
                  <c:v>-0.57613483320730663</c:v>
                </c:pt>
                <c:pt idx="224">
                  <c:v>-0.57698358971078112</c:v>
                </c:pt>
                <c:pt idx="225">
                  <c:v>-0.51870580978208536</c:v>
                </c:pt>
                <c:pt idx="226">
                  <c:v>-0.64956254899321197</c:v>
                </c:pt>
                <c:pt idx="227">
                  <c:v>-0.93008253615725867</c:v>
                </c:pt>
                <c:pt idx="228">
                  <c:v>-0.80615183255195255</c:v>
                </c:pt>
                <c:pt idx="229">
                  <c:v>-0.64222011080605867</c:v>
                </c:pt>
                <c:pt idx="230">
                  <c:v>-0.81168876997894501</c:v>
                </c:pt>
                <c:pt idx="231">
                  <c:v>-0.82596704819254252</c:v>
                </c:pt>
                <c:pt idx="232">
                  <c:v>-0.93397842353257698</c:v>
                </c:pt>
                <c:pt idx="233">
                  <c:v>-0.95930329541267656</c:v>
                </c:pt>
                <c:pt idx="234">
                  <c:v>-0.96273060153242729</c:v>
                </c:pt>
                <c:pt idx="235">
                  <c:v>-0.71762305482264899</c:v>
                </c:pt>
                <c:pt idx="236">
                  <c:v>-0.90372530850892296</c:v>
                </c:pt>
                <c:pt idx="237">
                  <c:v>-0.86017840274185153</c:v>
                </c:pt>
                <c:pt idx="238">
                  <c:v>-0.67152969178434541</c:v>
                </c:pt>
                <c:pt idx="239">
                  <c:v>-0.72949963394875827</c:v>
                </c:pt>
                <c:pt idx="240">
                  <c:v>-1.0063949868210702</c:v>
                </c:pt>
                <c:pt idx="241">
                  <c:v>-0.81321532261579921</c:v>
                </c:pt>
                <c:pt idx="242">
                  <c:v>-0.69046216039318131</c:v>
                </c:pt>
                <c:pt idx="243">
                  <c:v>-0.97635470393753265</c:v>
                </c:pt>
                <c:pt idx="244">
                  <c:v>-0.76680039400026656</c:v>
                </c:pt>
                <c:pt idx="245">
                  <c:v>-0.91304843940143998</c:v>
                </c:pt>
                <c:pt idx="246">
                  <c:v>-0.82046649664497728</c:v>
                </c:pt>
                <c:pt idx="247">
                  <c:v>-0.90905242901340166</c:v>
                </c:pt>
                <c:pt idx="248">
                  <c:v>-0.89498611086829549</c:v>
                </c:pt>
                <c:pt idx="249">
                  <c:v>-1.1177155541632351</c:v>
                </c:pt>
                <c:pt idx="250">
                  <c:v>-0.87027210604110739</c:v>
                </c:pt>
                <c:pt idx="251">
                  <c:v>-0.95825170207577659</c:v>
                </c:pt>
                <c:pt idx="252">
                  <c:v>-0.80278542198898073</c:v>
                </c:pt>
                <c:pt idx="253">
                  <c:v>-1.1089104946664374</c:v>
                </c:pt>
                <c:pt idx="254">
                  <c:v>-0.82279560963430276</c:v>
                </c:pt>
                <c:pt idx="255">
                  <c:v>-0.89688410988839085</c:v>
                </c:pt>
                <c:pt idx="256">
                  <c:v>-0.84094388522906738</c:v>
                </c:pt>
                <c:pt idx="257">
                  <c:v>-0.80265772177372097</c:v>
                </c:pt>
                <c:pt idx="258">
                  <c:v>-0.86193140225594034</c:v>
                </c:pt>
                <c:pt idx="259">
                  <c:v>-0.91764191591195421</c:v>
                </c:pt>
                <c:pt idx="260">
                  <c:v>-0.92184571123744452</c:v>
                </c:pt>
                <c:pt idx="261">
                  <c:v>-1.1607937424363228</c:v>
                </c:pt>
                <c:pt idx="262">
                  <c:v>-0.94045433315848204</c:v>
                </c:pt>
                <c:pt idx="263">
                  <c:v>-0.89837975644314327</c:v>
                </c:pt>
                <c:pt idx="264">
                  <c:v>-0.81873764384829117</c:v>
                </c:pt>
                <c:pt idx="265">
                  <c:v>-1.0905474040017824</c:v>
                </c:pt>
                <c:pt idx="266">
                  <c:v>-1.025086095690251</c:v>
                </c:pt>
                <c:pt idx="267">
                  <c:v>-1.0266310801218204</c:v>
                </c:pt>
                <c:pt idx="268">
                  <c:v>-0.99582308461528601</c:v>
                </c:pt>
                <c:pt idx="269">
                  <c:v>-0.82292199976008074</c:v>
                </c:pt>
                <c:pt idx="270">
                  <c:v>-1.1209476717963085</c:v>
                </c:pt>
                <c:pt idx="271">
                  <c:v>-1.0140646190213334</c:v>
                </c:pt>
                <c:pt idx="272">
                  <c:v>-0.85108904211232517</c:v>
                </c:pt>
                <c:pt idx="273">
                  <c:v>-0.86853544833620089</c:v>
                </c:pt>
                <c:pt idx="274">
                  <c:v>-0.97672463555266487</c:v>
                </c:pt>
                <c:pt idx="275">
                  <c:v>-1.0283786998557634</c:v>
                </c:pt>
                <c:pt idx="276">
                  <c:v>-0.94615577035414988</c:v>
                </c:pt>
                <c:pt idx="277">
                  <c:v>-1.1776154795295222</c:v>
                </c:pt>
                <c:pt idx="278">
                  <c:v>-1.0138305810941275</c:v>
                </c:pt>
                <c:pt idx="279">
                  <c:v>-1.0255938334631118</c:v>
                </c:pt>
                <c:pt idx="280">
                  <c:v>-1.106545691336333</c:v>
                </c:pt>
                <c:pt idx="281">
                  <c:v>-0.83468513731895544</c:v>
                </c:pt>
                <c:pt idx="282">
                  <c:v>-0.97860758977481277</c:v>
                </c:pt>
                <c:pt idx="283">
                  <c:v>-0.90671861295273004</c:v>
                </c:pt>
                <c:pt idx="284">
                  <c:v>-0.94496395479679096</c:v>
                </c:pt>
                <c:pt idx="285">
                  <c:v>-0.78495383144376629</c:v>
                </c:pt>
                <c:pt idx="286">
                  <c:v>-0.83561929622080378</c:v>
                </c:pt>
                <c:pt idx="287">
                  <c:v>-1.0082858115207312</c:v>
                </c:pt>
                <c:pt idx="288">
                  <c:v>-0.85401352295730915</c:v>
                </c:pt>
                <c:pt idx="289">
                  <c:v>-1.1116163565034769</c:v>
                </c:pt>
                <c:pt idx="290">
                  <c:v>-1.0742068728685099</c:v>
                </c:pt>
                <c:pt idx="291">
                  <c:v>-1.0118165308501073</c:v>
                </c:pt>
                <c:pt idx="292">
                  <c:v>-1.0790552168426586</c:v>
                </c:pt>
                <c:pt idx="293">
                  <c:v>-0.80163803643908427</c:v>
                </c:pt>
                <c:pt idx="294">
                  <c:v>-0.94666199649225891</c:v>
                </c:pt>
                <c:pt idx="295">
                  <c:v>-1.0761242571454017</c:v>
                </c:pt>
                <c:pt idx="296">
                  <c:v>-1.0729132564841615</c:v>
                </c:pt>
                <c:pt idx="297">
                  <c:v>-0.99034214568191192</c:v>
                </c:pt>
                <c:pt idx="298">
                  <c:v>-0.76054049139785374</c:v>
                </c:pt>
                <c:pt idx="299">
                  <c:v>-0.74644361385289248</c:v>
                </c:pt>
                <c:pt idx="300">
                  <c:v>-0.79549302671118394</c:v>
                </c:pt>
                <c:pt idx="301">
                  <c:v>-0.80772868181981772</c:v>
                </c:pt>
                <c:pt idx="302">
                  <c:v>-0.72318322055347894</c:v>
                </c:pt>
                <c:pt idx="303">
                  <c:v>-0.93522661972938992</c:v>
                </c:pt>
                <c:pt idx="304">
                  <c:v>-0.84370061609593838</c:v>
                </c:pt>
                <c:pt idx="305">
                  <c:v>-0.66326571192044192</c:v>
                </c:pt>
                <c:pt idx="306">
                  <c:v>-0.636407893300035</c:v>
                </c:pt>
                <c:pt idx="307">
                  <c:v>-0.76286708792006186</c:v>
                </c:pt>
                <c:pt idx="308">
                  <c:v>-0.76809530643221691</c:v>
                </c:pt>
                <c:pt idx="309">
                  <c:v>-0.85983223822774546</c:v>
                </c:pt>
                <c:pt idx="310">
                  <c:v>-0.81509168420431255</c:v>
                </c:pt>
                <c:pt idx="311">
                  <c:v>-0.64132398478878705</c:v>
                </c:pt>
                <c:pt idx="312">
                  <c:v>-0.65509342449864083</c:v>
                </c:pt>
                <c:pt idx="313">
                  <c:v>-0.66375880070874393</c:v>
                </c:pt>
                <c:pt idx="314">
                  <c:v>-0.59840568676642292</c:v>
                </c:pt>
                <c:pt idx="315">
                  <c:v>-0.80127587358343511</c:v>
                </c:pt>
                <c:pt idx="316">
                  <c:v>-0.62165113453480914</c:v>
                </c:pt>
                <c:pt idx="317">
                  <c:v>-0.51204369968654051</c:v>
                </c:pt>
                <c:pt idx="318">
                  <c:v>-0.55986449996439758</c:v>
                </c:pt>
                <c:pt idx="319">
                  <c:v>-0.55445576437528032</c:v>
                </c:pt>
                <c:pt idx="320">
                  <c:v>-0.49774934624438893</c:v>
                </c:pt>
                <c:pt idx="321">
                  <c:v>-0.60972327972248253</c:v>
                </c:pt>
                <c:pt idx="322">
                  <c:v>-0.63938359041463899</c:v>
                </c:pt>
                <c:pt idx="323">
                  <c:v>-0.63001889672255129</c:v>
                </c:pt>
                <c:pt idx="324">
                  <c:v>-0.41137041780579153</c:v>
                </c:pt>
                <c:pt idx="325">
                  <c:v>-0.57599169525835259</c:v>
                </c:pt>
                <c:pt idx="326">
                  <c:v>-0.71054265281023454</c:v>
                </c:pt>
                <c:pt idx="327">
                  <c:v>-0.64078062028825966</c:v>
                </c:pt>
                <c:pt idx="328">
                  <c:v>-0.67270855193603563</c:v>
                </c:pt>
                <c:pt idx="329">
                  <c:v>-0.64185921531998535</c:v>
                </c:pt>
                <c:pt idx="330">
                  <c:v>-0.50387559514651348</c:v>
                </c:pt>
                <c:pt idx="331">
                  <c:v>-0.62217180980935627</c:v>
                </c:pt>
                <c:pt idx="332">
                  <c:v>-0.41815602096250831</c:v>
                </c:pt>
                <c:pt idx="333">
                  <c:v>-0.33952069517381023</c:v>
                </c:pt>
                <c:pt idx="334">
                  <c:v>-0.24486339161861825</c:v>
                </c:pt>
                <c:pt idx="335">
                  <c:v>-0.42298276003326957</c:v>
                </c:pt>
                <c:pt idx="336">
                  <c:v>-0.53401917261105858</c:v>
                </c:pt>
                <c:pt idx="337">
                  <c:v>-0.19636215637584792</c:v>
                </c:pt>
                <c:pt idx="338">
                  <c:v>-0.55503742485614249</c:v>
                </c:pt>
                <c:pt idx="339">
                  <c:v>-0.38670111322176881</c:v>
                </c:pt>
                <c:pt idx="340">
                  <c:v>-0.40939247620695174</c:v>
                </c:pt>
                <c:pt idx="341">
                  <c:v>-0.3310517015645339</c:v>
                </c:pt>
                <c:pt idx="342">
                  <c:v>-0.27410225628082519</c:v>
                </c:pt>
                <c:pt idx="343">
                  <c:v>-0.2637081678948851</c:v>
                </c:pt>
                <c:pt idx="344">
                  <c:v>-0.23254781029752031</c:v>
                </c:pt>
                <c:pt idx="345">
                  <c:v>-0.43695948150697383</c:v>
                </c:pt>
                <c:pt idx="346">
                  <c:v>-0.41724041774327553</c:v>
                </c:pt>
                <c:pt idx="347">
                  <c:v>-0.24169985902087049</c:v>
                </c:pt>
                <c:pt idx="348">
                  <c:v>-3.3923671490891844E-2</c:v>
                </c:pt>
                <c:pt idx="349">
                  <c:v>-0.1337921210220423</c:v>
                </c:pt>
                <c:pt idx="350">
                  <c:v>-0.20717759155935828</c:v>
                </c:pt>
                <c:pt idx="351">
                  <c:v>-0.18133967598956174</c:v>
                </c:pt>
                <c:pt idx="352">
                  <c:v>-0.17297624689838506</c:v>
                </c:pt>
                <c:pt idx="353">
                  <c:v>-9.1398051447997661E-2</c:v>
                </c:pt>
                <c:pt idx="354">
                  <c:v>-7.5479634444985316E-2</c:v>
                </c:pt>
                <c:pt idx="355">
                  <c:v>-0.26957076996063778</c:v>
                </c:pt>
                <c:pt idx="356">
                  <c:v>-8.1568983252073235E-2</c:v>
                </c:pt>
                <c:pt idx="357">
                  <c:v>-0.12113519929770383</c:v>
                </c:pt>
                <c:pt idx="358">
                  <c:v>-1.530687727517599E-2</c:v>
                </c:pt>
                <c:pt idx="359">
                  <c:v>8.9242314303672465E-3</c:v>
                </c:pt>
                <c:pt idx="360">
                  <c:v>0.13416347374383442</c:v>
                </c:pt>
              </c:numCache>
            </c:numRef>
          </c:val>
          <c:smooth val="0"/>
        </c:ser>
        <c:dLbls>
          <c:showLegendKey val="0"/>
          <c:showVal val="0"/>
          <c:showCatName val="0"/>
          <c:showSerName val="0"/>
          <c:showPercent val="0"/>
          <c:showBubbleSize val="0"/>
        </c:dLbls>
        <c:marker val="1"/>
        <c:smooth val="0"/>
        <c:axId val="171972096"/>
        <c:axId val="171973632"/>
      </c:lineChart>
      <c:catAx>
        <c:axId val="171972096"/>
        <c:scaling>
          <c:orientation val="minMax"/>
        </c:scaling>
        <c:delete val="0"/>
        <c:axPos val="b"/>
        <c:majorTickMark val="out"/>
        <c:minorTickMark val="none"/>
        <c:tickLblPos val="nextTo"/>
        <c:crossAx val="171973632"/>
        <c:crosses val="autoZero"/>
        <c:auto val="1"/>
        <c:lblAlgn val="ctr"/>
        <c:lblOffset val="100"/>
        <c:noMultiLvlLbl val="0"/>
      </c:catAx>
      <c:valAx>
        <c:axId val="171973632"/>
        <c:scaling>
          <c:orientation val="minMax"/>
        </c:scaling>
        <c:delete val="0"/>
        <c:axPos val="l"/>
        <c:majorGridlines/>
        <c:numFmt formatCode="General" sourceLinked="1"/>
        <c:majorTickMark val="out"/>
        <c:minorTickMark val="none"/>
        <c:tickLblPos val="nextTo"/>
        <c:crossAx val="171972096"/>
        <c:crosses val="autoZero"/>
        <c:crossBetween val="between"/>
      </c:valAx>
    </c:plotArea>
    <c:legend>
      <c:legendPos val="r"/>
      <c:layout/>
      <c:overlay val="0"/>
    </c:legend>
    <c:plotVisOnly val="1"/>
    <c:dispBlanksAs val="gap"/>
    <c:showDLblsOverMax val="0"/>
  </c:chart>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layout/>
      <c:overlay val="0"/>
    </c:title>
    <c:autoTitleDeleted val="0"/>
    <c:plotArea>
      <c:layout/>
      <c:lineChart>
        <c:grouping val="standard"/>
        <c:varyColors val="0"/>
        <c:ser>
          <c:idx val="1"/>
          <c:order val="0"/>
          <c:tx>
            <c:strRef>
              <c:f>Sheet1!$F$2</c:f>
              <c:strCache>
                <c:ptCount val="1"/>
                <c:pt idx="0">
                  <c:v>移動平均</c:v>
                </c:pt>
              </c:strCache>
            </c:strRef>
          </c:tx>
          <c:marker>
            <c:symbol val="none"/>
          </c:marker>
          <c:val>
            <c:numRef>
              <c:f>Sheet1!$F$3:$F$363</c:f>
              <c:numCache>
                <c:formatCode>General</c:formatCode>
                <c:ptCount val="361"/>
                <c:pt idx="4">
                  <c:v>-6.9866074836527348E-3</c:v>
                </c:pt>
                <c:pt idx="5">
                  <c:v>-3.5709064308753367E-3</c:v>
                </c:pt>
                <c:pt idx="6">
                  <c:v>4.8531550090176581E-2</c:v>
                </c:pt>
                <c:pt idx="7">
                  <c:v>7.3534626468046524E-2</c:v>
                </c:pt>
                <c:pt idx="8">
                  <c:v>9.0275302028288776E-2</c:v>
                </c:pt>
                <c:pt idx="9">
                  <c:v>8.6672574497676416E-2</c:v>
                </c:pt>
                <c:pt idx="10">
                  <c:v>0.12784353487727773</c:v>
                </c:pt>
                <c:pt idx="11">
                  <c:v>0.14462105027360356</c:v>
                </c:pt>
                <c:pt idx="12">
                  <c:v>0.13881623212558783</c:v>
                </c:pt>
                <c:pt idx="13">
                  <c:v>0.1710404390495695</c:v>
                </c:pt>
                <c:pt idx="14">
                  <c:v>0.25421054537389287</c:v>
                </c:pt>
                <c:pt idx="15">
                  <c:v>0.29063074066717093</c:v>
                </c:pt>
                <c:pt idx="16">
                  <c:v>0.28628647003968993</c:v>
                </c:pt>
                <c:pt idx="17">
                  <c:v>0.27982429107118834</c:v>
                </c:pt>
                <c:pt idx="18">
                  <c:v>0.29965284320930141</c:v>
                </c:pt>
                <c:pt idx="19">
                  <c:v>0.27868882486112528</c:v>
                </c:pt>
                <c:pt idx="20">
                  <c:v>0.27758720562375461</c:v>
                </c:pt>
                <c:pt idx="21">
                  <c:v>0.2669019364569335</c:v>
                </c:pt>
                <c:pt idx="22">
                  <c:v>0.3198626294340125</c:v>
                </c:pt>
                <c:pt idx="23">
                  <c:v>0.37425611324360664</c:v>
                </c:pt>
                <c:pt idx="24">
                  <c:v>0.36879204666130538</c:v>
                </c:pt>
                <c:pt idx="25">
                  <c:v>0.34581652448202727</c:v>
                </c:pt>
                <c:pt idx="26">
                  <c:v>0.38015656170891049</c:v>
                </c:pt>
                <c:pt idx="27">
                  <c:v>0.38362230718042778</c:v>
                </c:pt>
                <c:pt idx="28">
                  <c:v>0.39297129265834047</c:v>
                </c:pt>
                <c:pt idx="29">
                  <c:v>0.3966301838481287</c:v>
                </c:pt>
                <c:pt idx="30">
                  <c:v>0.41811500448692013</c:v>
                </c:pt>
                <c:pt idx="31">
                  <c:v>0.4635880453438771</c:v>
                </c:pt>
                <c:pt idx="32">
                  <c:v>0.44447114947902955</c:v>
                </c:pt>
                <c:pt idx="33">
                  <c:v>0.46612288706232741</c:v>
                </c:pt>
                <c:pt idx="34">
                  <c:v>0.48711133350472291</c:v>
                </c:pt>
                <c:pt idx="35">
                  <c:v>0.51998312685357373</c:v>
                </c:pt>
                <c:pt idx="36">
                  <c:v>0.50161085180359088</c:v>
                </c:pt>
                <c:pt idx="37">
                  <c:v>0.53395641972966756</c:v>
                </c:pt>
                <c:pt idx="38">
                  <c:v>0.53446079778411792</c:v>
                </c:pt>
                <c:pt idx="39">
                  <c:v>0.53502950860857079</c:v>
                </c:pt>
                <c:pt idx="40">
                  <c:v>0.54760071828940615</c:v>
                </c:pt>
                <c:pt idx="41">
                  <c:v>0.60342541054643439</c:v>
                </c:pt>
                <c:pt idx="42">
                  <c:v>0.62564584528913325</c:v>
                </c:pt>
                <c:pt idx="43">
                  <c:v>0.58466647322446286</c:v>
                </c:pt>
                <c:pt idx="44">
                  <c:v>0.64018274034014078</c:v>
                </c:pt>
                <c:pt idx="45">
                  <c:v>0.67872543163897359</c:v>
                </c:pt>
                <c:pt idx="46">
                  <c:v>0.65113251819242846</c:v>
                </c:pt>
                <c:pt idx="47">
                  <c:v>0.67165814077441255</c:v>
                </c:pt>
                <c:pt idx="48">
                  <c:v>0.71482963376014974</c:v>
                </c:pt>
                <c:pt idx="49">
                  <c:v>0.73292627589275083</c:v>
                </c:pt>
                <c:pt idx="50">
                  <c:v>0.75679662153852989</c:v>
                </c:pt>
                <c:pt idx="51">
                  <c:v>0.82263023145264857</c:v>
                </c:pt>
                <c:pt idx="52">
                  <c:v>0.81343545403851514</c:v>
                </c:pt>
                <c:pt idx="53">
                  <c:v>0.86212696121736665</c:v>
                </c:pt>
                <c:pt idx="54">
                  <c:v>0.84931281828024541</c:v>
                </c:pt>
                <c:pt idx="55">
                  <c:v>0.79322193062211088</c:v>
                </c:pt>
                <c:pt idx="56">
                  <c:v>0.74834706072850155</c:v>
                </c:pt>
                <c:pt idx="57">
                  <c:v>0.81187660952924079</c:v>
                </c:pt>
                <c:pt idx="58">
                  <c:v>0.80856450993921136</c:v>
                </c:pt>
                <c:pt idx="59">
                  <c:v>0.87167112678376157</c:v>
                </c:pt>
                <c:pt idx="60">
                  <c:v>0.92547541338436223</c:v>
                </c:pt>
                <c:pt idx="61">
                  <c:v>0.98701383606907422</c:v>
                </c:pt>
                <c:pt idx="62">
                  <c:v>0.94983159401220407</c:v>
                </c:pt>
                <c:pt idx="63">
                  <c:v>0.94916742583701708</c:v>
                </c:pt>
                <c:pt idx="64">
                  <c:v>0.88780905945003608</c:v>
                </c:pt>
                <c:pt idx="65">
                  <c:v>0.88800428218101701</c:v>
                </c:pt>
                <c:pt idx="66">
                  <c:v>0.85397713574278811</c:v>
                </c:pt>
                <c:pt idx="67">
                  <c:v>0.84322380104715999</c:v>
                </c:pt>
                <c:pt idx="68">
                  <c:v>0.84397447886078747</c:v>
                </c:pt>
                <c:pt idx="69">
                  <c:v>0.90099067723174842</c:v>
                </c:pt>
                <c:pt idx="70">
                  <c:v>0.87997428176704029</c:v>
                </c:pt>
                <c:pt idx="71">
                  <c:v>0.92593845375510386</c:v>
                </c:pt>
                <c:pt idx="72">
                  <c:v>0.96890504259787869</c:v>
                </c:pt>
                <c:pt idx="73">
                  <c:v>0.9431803125473639</c:v>
                </c:pt>
                <c:pt idx="74">
                  <c:v>0.90200489250747717</c:v>
                </c:pt>
                <c:pt idx="75">
                  <c:v>0.9520572904383231</c:v>
                </c:pt>
                <c:pt idx="76">
                  <c:v>0.95157029480222377</c:v>
                </c:pt>
                <c:pt idx="77">
                  <c:v>0.948189595396423</c:v>
                </c:pt>
                <c:pt idx="78">
                  <c:v>0.94037613587842195</c:v>
                </c:pt>
                <c:pt idx="79">
                  <c:v>1.0050975115372323</c:v>
                </c:pt>
                <c:pt idx="80">
                  <c:v>1.007355745264801</c:v>
                </c:pt>
                <c:pt idx="81">
                  <c:v>0.98370584892980784</c:v>
                </c:pt>
                <c:pt idx="82">
                  <c:v>0.98415389853573765</c:v>
                </c:pt>
                <c:pt idx="83">
                  <c:v>1.0521228275486554</c:v>
                </c:pt>
                <c:pt idx="84">
                  <c:v>0.99795114329488255</c:v>
                </c:pt>
                <c:pt idx="85">
                  <c:v>0.96222653533925351</c:v>
                </c:pt>
                <c:pt idx="86">
                  <c:v>0.97075162558366979</c:v>
                </c:pt>
                <c:pt idx="87">
                  <c:v>1.0163941030825301</c:v>
                </c:pt>
                <c:pt idx="88">
                  <c:v>1.0049584843536021</c:v>
                </c:pt>
                <c:pt idx="89">
                  <c:v>1.0559564681600979</c:v>
                </c:pt>
                <c:pt idx="90">
                  <c:v>1.0891680892663487</c:v>
                </c:pt>
                <c:pt idx="91">
                  <c:v>1.1208840517839962</c:v>
                </c:pt>
                <c:pt idx="92">
                  <c:v>1.0863455895973391</c:v>
                </c:pt>
                <c:pt idx="93">
                  <c:v>1.1104209486102687</c:v>
                </c:pt>
                <c:pt idx="94">
                  <c:v>1.0702839968876074</c:v>
                </c:pt>
                <c:pt idx="95">
                  <c:v>1.0546007636494523</c:v>
                </c:pt>
                <c:pt idx="96">
                  <c:v>1.0405034638101003</c:v>
                </c:pt>
                <c:pt idx="97">
                  <c:v>1.0024061249791825</c:v>
                </c:pt>
                <c:pt idx="98">
                  <c:v>0.93045800939110745</c:v>
                </c:pt>
                <c:pt idx="99">
                  <c:v>0.93318294641436084</c:v>
                </c:pt>
                <c:pt idx="100">
                  <c:v>0.95187474695453012</c:v>
                </c:pt>
                <c:pt idx="101">
                  <c:v>0.92560820819582124</c:v>
                </c:pt>
                <c:pt idx="102">
                  <c:v>0.94618718653787948</c:v>
                </c:pt>
                <c:pt idx="103">
                  <c:v>0.95265065568187046</c:v>
                </c:pt>
                <c:pt idx="104">
                  <c:v>0.97697595288618755</c:v>
                </c:pt>
                <c:pt idx="105">
                  <c:v>0.98227709919539685</c:v>
                </c:pt>
                <c:pt idx="106">
                  <c:v>1.017282283503085</c:v>
                </c:pt>
                <c:pt idx="107">
                  <c:v>1.0385531259753753</c:v>
                </c:pt>
                <c:pt idx="108">
                  <c:v>1.0235379923921815</c:v>
                </c:pt>
                <c:pt idx="109">
                  <c:v>0.9745553819935534</c:v>
                </c:pt>
                <c:pt idx="110">
                  <c:v>0.90432285988146099</c:v>
                </c:pt>
                <c:pt idx="111">
                  <c:v>0.89214934189595974</c:v>
                </c:pt>
                <c:pt idx="112">
                  <c:v>0.86402401775228488</c:v>
                </c:pt>
                <c:pt idx="113">
                  <c:v>0.88222612651274745</c:v>
                </c:pt>
                <c:pt idx="114">
                  <c:v>0.9328587551699028</c:v>
                </c:pt>
                <c:pt idx="115">
                  <c:v>0.95319322808411577</c:v>
                </c:pt>
                <c:pt idx="116">
                  <c:v>0.90382196746083543</c:v>
                </c:pt>
                <c:pt idx="117">
                  <c:v>0.9085211413950065</c:v>
                </c:pt>
                <c:pt idx="118">
                  <c:v>0.9067553231779133</c:v>
                </c:pt>
                <c:pt idx="119">
                  <c:v>0.90390606677137408</c:v>
                </c:pt>
                <c:pt idx="120">
                  <c:v>0.91245175158620206</c:v>
                </c:pt>
                <c:pt idx="121">
                  <c:v>0.88343051043498877</c:v>
                </c:pt>
                <c:pt idx="122">
                  <c:v>0.90947807836841454</c:v>
                </c:pt>
                <c:pt idx="123">
                  <c:v>0.87369816908165365</c:v>
                </c:pt>
                <c:pt idx="124">
                  <c:v>0.82391862448567532</c:v>
                </c:pt>
                <c:pt idx="125">
                  <c:v>0.78531051747058611</c:v>
                </c:pt>
                <c:pt idx="126">
                  <c:v>0.77566975502049418</c:v>
                </c:pt>
                <c:pt idx="127">
                  <c:v>0.75621028149212477</c:v>
                </c:pt>
                <c:pt idx="128">
                  <c:v>0.7823527124312486</c:v>
                </c:pt>
                <c:pt idx="129">
                  <c:v>0.7775208231509515</c:v>
                </c:pt>
                <c:pt idx="130">
                  <c:v>0.78476239092025912</c:v>
                </c:pt>
                <c:pt idx="131">
                  <c:v>0.83231605862991809</c:v>
                </c:pt>
                <c:pt idx="132">
                  <c:v>0.79043652128816799</c:v>
                </c:pt>
                <c:pt idx="133">
                  <c:v>0.80530824077202223</c:v>
                </c:pt>
                <c:pt idx="134">
                  <c:v>0.79587747214066584</c:v>
                </c:pt>
                <c:pt idx="135">
                  <c:v>0.79970537042074719</c:v>
                </c:pt>
                <c:pt idx="136">
                  <c:v>0.74708212180984945</c:v>
                </c:pt>
                <c:pt idx="137">
                  <c:v>0.73852246950221312</c:v>
                </c:pt>
                <c:pt idx="138">
                  <c:v>0.68161173149469878</c:v>
                </c:pt>
                <c:pt idx="139">
                  <c:v>0.69548775365105464</c:v>
                </c:pt>
                <c:pt idx="140">
                  <c:v>0.65604834364111841</c:v>
                </c:pt>
                <c:pt idx="141">
                  <c:v>0.62294105346142103</c:v>
                </c:pt>
                <c:pt idx="142">
                  <c:v>0.57743155716099492</c:v>
                </c:pt>
                <c:pt idx="143">
                  <c:v>0.56219982117802692</c:v>
                </c:pt>
                <c:pt idx="144">
                  <c:v>0.5362172091648324</c:v>
                </c:pt>
                <c:pt idx="145">
                  <c:v>0.51584353228891788</c:v>
                </c:pt>
                <c:pt idx="146">
                  <c:v>0.53285196597677209</c:v>
                </c:pt>
                <c:pt idx="147">
                  <c:v>0.53286169476344558</c:v>
                </c:pt>
                <c:pt idx="148">
                  <c:v>0.54786274545065405</c:v>
                </c:pt>
                <c:pt idx="149">
                  <c:v>0.50353500157005526</c:v>
                </c:pt>
                <c:pt idx="150">
                  <c:v>0.53927956343236993</c:v>
                </c:pt>
                <c:pt idx="151">
                  <c:v>0.48945907586425441</c:v>
                </c:pt>
                <c:pt idx="152">
                  <c:v>0.48865256624599773</c:v>
                </c:pt>
                <c:pt idx="153">
                  <c:v>0.48206503520834137</c:v>
                </c:pt>
                <c:pt idx="154">
                  <c:v>0.48859510511402632</c:v>
                </c:pt>
                <c:pt idx="155">
                  <c:v>0.43681654379807872</c:v>
                </c:pt>
                <c:pt idx="156">
                  <c:v>0.47931344488553085</c:v>
                </c:pt>
                <c:pt idx="157">
                  <c:v>0.45515324612732133</c:v>
                </c:pt>
                <c:pt idx="158">
                  <c:v>0.45017415390808513</c:v>
                </c:pt>
                <c:pt idx="159">
                  <c:v>0.4217685607373049</c:v>
                </c:pt>
                <c:pt idx="160">
                  <c:v>0.42280012325814359</c:v>
                </c:pt>
                <c:pt idx="161">
                  <c:v>0.42435676315118992</c:v>
                </c:pt>
                <c:pt idx="162">
                  <c:v>0.42819670660456488</c:v>
                </c:pt>
                <c:pt idx="163">
                  <c:v>0.39096850434998975</c:v>
                </c:pt>
                <c:pt idx="164">
                  <c:v>0.39208862136238409</c:v>
                </c:pt>
                <c:pt idx="165">
                  <c:v>0.34874636966068129</c:v>
                </c:pt>
                <c:pt idx="166">
                  <c:v>0.3323430317833353</c:v>
                </c:pt>
                <c:pt idx="167">
                  <c:v>0.32260806152462407</c:v>
                </c:pt>
                <c:pt idx="168">
                  <c:v>0.29578286241682028</c:v>
                </c:pt>
                <c:pt idx="169">
                  <c:v>0.27643416169082485</c:v>
                </c:pt>
                <c:pt idx="170">
                  <c:v>0.30879204772141911</c:v>
                </c:pt>
                <c:pt idx="171">
                  <c:v>0.22489944430652015</c:v>
                </c:pt>
                <c:pt idx="172">
                  <c:v>0.22193146931218841</c:v>
                </c:pt>
                <c:pt idx="173">
                  <c:v>0.21284968023724452</c:v>
                </c:pt>
                <c:pt idx="174">
                  <c:v>0.18238710131240995</c:v>
                </c:pt>
                <c:pt idx="175">
                  <c:v>0.17240809325862522</c:v>
                </c:pt>
                <c:pt idx="176">
                  <c:v>0.201983206736393</c:v>
                </c:pt>
                <c:pt idx="177">
                  <c:v>0.13003465445396295</c:v>
                </c:pt>
                <c:pt idx="178">
                  <c:v>7.4670024787521883E-2</c:v>
                </c:pt>
                <c:pt idx="179">
                  <c:v>7.3067351805777184E-2</c:v>
                </c:pt>
                <c:pt idx="180">
                  <c:v>3.2751420455053804E-2</c:v>
                </c:pt>
                <c:pt idx="181">
                  <c:v>3.5252452106765475E-2</c:v>
                </c:pt>
                <c:pt idx="182">
                  <c:v>4.8693909020466775E-2</c:v>
                </c:pt>
                <c:pt idx="183">
                  <c:v>5.1676368405554972E-2</c:v>
                </c:pt>
                <c:pt idx="184">
                  <c:v>-1.3687013401918241E-2</c:v>
                </c:pt>
                <c:pt idx="185">
                  <c:v>-6.2064317703688622E-2</c:v>
                </c:pt>
                <c:pt idx="186">
                  <c:v>-9.0047978810761056E-2</c:v>
                </c:pt>
                <c:pt idx="187">
                  <c:v>-9.6107527915548122E-2</c:v>
                </c:pt>
                <c:pt idx="188">
                  <c:v>-9.8759621751775217E-2</c:v>
                </c:pt>
                <c:pt idx="189">
                  <c:v>-7.0842658484754795E-2</c:v>
                </c:pt>
                <c:pt idx="190">
                  <c:v>-3.5442262945746587E-2</c:v>
                </c:pt>
                <c:pt idx="191">
                  <c:v>-4.7387570510579867E-2</c:v>
                </c:pt>
                <c:pt idx="192">
                  <c:v>-0.10395323945618555</c:v>
                </c:pt>
                <c:pt idx="193">
                  <c:v>-9.8863023403375841E-2</c:v>
                </c:pt>
                <c:pt idx="194">
                  <c:v>-0.12830053913968806</c:v>
                </c:pt>
                <c:pt idx="195">
                  <c:v>-0.17283803014770022</c:v>
                </c:pt>
                <c:pt idx="196">
                  <c:v>-0.21592059687278428</c:v>
                </c:pt>
                <c:pt idx="197">
                  <c:v>-0.17073440992768135</c:v>
                </c:pt>
                <c:pt idx="198">
                  <c:v>-0.2218106754632653</c:v>
                </c:pt>
                <c:pt idx="199">
                  <c:v>-0.23688790396902898</c:v>
                </c:pt>
                <c:pt idx="200">
                  <c:v>-0.28596411369933328</c:v>
                </c:pt>
                <c:pt idx="201">
                  <c:v>-0.27245915212899818</c:v>
                </c:pt>
                <c:pt idx="202">
                  <c:v>-0.31433475636731523</c:v>
                </c:pt>
                <c:pt idx="203">
                  <c:v>-0.35200428409518603</c:v>
                </c:pt>
                <c:pt idx="204">
                  <c:v>-0.40544828865398569</c:v>
                </c:pt>
                <c:pt idx="205">
                  <c:v>-0.38485967187203324</c:v>
                </c:pt>
                <c:pt idx="206">
                  <c:v>-0.43510969909630026</c:v>
                </c:pt>
                <c:pt idx="207">
                  <c:v>-0.42915227145788892</c:v>
                </c:pt>
                <c:pt idx="208">
                  <c:v>-0.3946126681120975</c:v>
                </c:pt>
                <c:pt idx="209">
                  <c:v>-0.38818904590042291</c:v>
                </c:pt>
                <c:pt idx="210">
                  <c:v>-0.37848676056465452</c:v>
                </c:pt>
                <c:pt idx="211">
                  <c:v>-0.38590416174620518</c:v>
                </c:pt>
                <c:pt idx="212">
                  <c:v>-0.42854899782864447</c:v>
                </c:pt>
                <c:pt idx="213">
                  <c:v>-0.47857784709250106</c:v>
                </c:pt>
                <c:pt idx="214">
                  <c:v>-0.44282756966459458</c:v>
                </c:pt>
                <c:pt idx="215">
                  <c:v>-0.5225597619192206</c:v>
                </c:pt>
                <c:pt idx="216">
                  <c:v>-0.54351864606647093</c:v>
                </c:pt>
                <c:pt idx="217">
                  <c:v>-0.56668631854580065</c:v>
                </c:pt>
                <c:pt idx="218">
                  <c:v>-0.55817989150124026</c:v>
                </c:pt>
                <c:pt idx="219">
                  <c:v>-0.57167513690887306</c:v>
                </c:pt>
                <c:pt idx="220">
                  <c:v>-0.54841032612027607</c:v>
                </c:pt>
                <c:pt idx="221">
                  <c:v>-0.5430741111663524</c:v>
                </c:pt>
                <c:pt idx="222">
                  <c:v>-0.58515839939336867</c:v>
                </c:pt>
                <c:pt idx="223">
                  <c:v>-0.61239623092797646</c:v>
                </c:pt>
                <c:pt idx="224">
                  <c:v>-0.67414585912469693</c:v>
                </c:pt>
                <c:pt idx="225">
                  <c:v>-0.67512076157715462</c:v>
                </c:pt>
                <c:pt idx="226">
                  <c:v>-0.67115603481476416</c:v>
                </c:pt>
                <c:pt idx="227">
                  <c:v>-0.68301801617574165</c:v>
                </c:pt>
                <c:pt idx="228">
                  <c:v>-0.67419263734745871</c:v>
                </c:pt>
                <c:pt idx="229">
                  <c:v>-0.64178651483472515</c:v>
                </c:pt>
                <c:pt idx="230">
                  <c:v>-0.66469663525561484</c:v>
                </c:pt>
                <c:pt idx="231">
                  <c:v>-0.6998595917349385</c:v>
                </c:pt>
                <c:pt idx="232">
                  <c:v>-0.69160567034083242</c:v>
                </c:pt>
                <c:pt idx="233">
                  <c:v>-0.70200934994142616</c:v>
                </c:pt>
                <c:pt idx="234">
                  <c:v>-0.73901627114126756</c:v>
                </c:pt>
                <c:pt idx="235">
                  <c:v>-0.76389398764270244</c:v>
                </c:pt>
                <c:pt idx="236">
                  <c:v>-0.79532294404114123</c:v>
                </c:pt>
                <c:pt idx="237">
                  <c:v>-0.77577049346299609</c:v>
                </c:pt>
                <c:pt idx="238">
                  <c:v>-0.81929792293080994</c:v>
                </c:pt>
                <c:pt idx="239">
                  <c:v>-0.85197108023539481</c:v>
                </c:pt>
                <c:pt idx="240">
                  <c:v>-0.84660876659550488</c:v>
                </c:pt>
                <c:pt idx="241">
                  <c:v>-0.81545464860960626</c:v>
                </c:pt>
                <c:pt idx="242">
                  <c:v>-0.82321478462245778</c:v>
                </c:pt>
                <c:pt idx="243">
                  <c:v>-0.78032108050212767</c:v>
                </c:pt>
                <c:pt idx="244">
                  <c:v>-0.80057043784361015</c:v>
                </c:pt>
                <c:pt idx="245">
                  <c:v>-0.81765951848085816</c:v>
                </c:pt>
                <c:pt idx="246">
                  <c:v>-0.89619391640910584</c:v>
                </c:pt>
                <c:pt idx="247">
                  <c:v>-0.93039930296207163</c:v>
                </c:pt>
                <c:pt idx="248">
                  <c:v>-0.98386703491830718</c:v>
                </c:pt>
                <c:pt idx="249">
                  <c:v>-0.93269092165881862</c:v>
                </c:pt>
                <c:pt idx="250">
                  <c:v>-0.96036394643213474</c:v>
                </c:pt>
                <c:pt idx="251">
                  <c:v>-0.94551888376924431</c:v>
                </c:pt>
                <c:pt idx="252">
                  <c:v>-0.92889681061501972</c:v>
                </c:pt>
                <c:pt idx="253">
                  <c:v>-0.90217288841874965</c:v>
                </c:pt>
                <c:pt idx="254">
                  <c:v>-0.90714477435383123</c:v>
                </c:pt>
                <c:pt idx="255">
                  <c:v>-0.89314368394916066</c:v>
                </c:pt>
                <c:pt idx="256">
                  <c:v>-0.85673942052326912</c:v>
                </c:pt>
                <c:pt idx="257">
                  <c:v>-0.88535972923848649</c:v>
                </c:pt>
                <c:pt idx="258">
                  <c:v>-0.92246600784107413</c:v>
                </c:pt>
                <c:pt idx="259">
                  <c:v>-0.94697056324562112</c:v>
                </c:pt>
                <c:pt idx="260">
                  <c:v>-0.91876914204764193</c:v>
                </c:pt>
                <c:pt idx="261">
                  <c:v>-0.9519452460160025</c:v>
                </c:pt>
                <c:pt idx="262">
                  <c:v>-0.98482674184520358</c:v>
                </c:pt>
                <c:pt idx="263">
                  <c:v>-0.96754835119390936</c:v>
                </c:pt>
                <c:pt idx="264">
                  <c:v>-0.95539683895102723</c:v>
                </c:pt>
                <c:pt idx="265">
                  <c:v>-0.99899301084063796</c:v>
                </c:pt>
                <c:pt idx="266">
                  <c:v>-0.97001605525137813</c:v>
                </c:pt>
                <c:pt idx="267">
                  <c:v>-0.89687721561645817</c:v>
                </c:pt>
                <c:pt idx="268">
                  <c:v>-0.88813237043854032</c:v>
                </c:pt>
                <c:pt idx="269">
                  <c:v>-0.92928258866126934</c:v>
                </c:pt>
                <c:pt idx="270">
                  <c:v>-0.88974008629582679</c:v>
                </c:pt>
                <c:pt idx="271">
                  <c:v>-0.89434120377079496</c:v>
                </c:pt>
                <c:pt idx="272">
                  <c:v>-0.9069010574327212</c:v>
                </c:pt>
                <c:pt idx="273">
                  <c:v>-0.94148541111547035</c:v>
                </c:pt>
                <c:pt idx="274">
                  <c:v>-0.94665958523686056</c:v>
                </c:pt>
                <c:pt idx="275">
                  <c:v>-1.0162659510238097</c:v>
                </c:pt>
                <c:pt idx="276">
                  <c:v>-1.0019055250059039</c:v>
                </c:pt>
                <c:pt idx="277">
                  <c:v>-1.0200575566251739</c:v>
                </c:pt>
                <c:pt idx="278">
                  <c:v>-0.98799770654363894</c:v>
                </c:pt>
                <c:pt idx="279">
                  <c:v>-0.96743292747477216</c:v>
                </c:pt>
                <c:pt idx="280">
                  <c:v>-0.91350479392518147</c:v>
                </c:pt>
                <c:pt idx="281">
                  <c:v>-0.916395074438068</c:v>
                </c:pt>
                <c:pt idx="282">
                  <c:v>-0.91321417091884349</c:v>
                </c:pt>
                <c:pt idx="283">
                  <c:v>-0.95487461991160405</c:v>
                </c:pt>
                <c:pt idx="284">
                  <c:v>-0.98475422697946902</c:v>
                </c:pt>
                <c:pt idx="285">
                  <c:v>-1.004536011725587</c:v>
                </c:pt>
                <c:pt idx="286">
                  <c:v>-1.0351197442067153</c:v>
                </c:pt>
                <c:pt idx="287">
                  <c:v>-1.063991147778014</c:v>
                </c:pt>
                <c:pt idx="288">
                  <c:v>-1.0674565830306866</c:v>
                </c:pt>
                <c:pt idx="289">
                  <c:v>-1.0013524116721224</c:v>
                </c:pt>
                <c:pt idx="290">
                  <c:v>-0.99666721956956184</c:v>
                </c:pt>
                <c:pt idx="291">
                  <c:v>-0.98847158931592849</c:v>
                </c:pt>
                <c:pt idx="292">
                  <c:v>-0.95481509138622334</c:v>
                </c:pt>
                <c:pt idx="293">
                  <c:v>-0.91532277967116893</c:v>
                </c:pt>
                <c:pt idx="294">
                  <c:v>-0.95608420232578517</c:v>
                </c:pt>
                <c:pt idx="295">
                  <c:v>-0.94948427894985232</c:v>
                </c:pt>
                <c:pt idx="296">
                  <c:v>-0.95710031500590453</c:v>
                </c:pt>
                <c:pt idx="297">
                  <c:v>-0.92746213769633934</c:v>
                </c:pt>
                <c:pt idx="298">
                  <c:v>-0.95183390587773287</c:v>
                </c:pt>
                <c:pt idx="299">
                  <c:v>-0.91208854347528612</c:v>
                </c:pt>
                <c:pt idx="300">
                  <c:v>-0.92241325338316749</c:v>
                </c:pt>
                <c:pt idx="301">
                  <c:v>-0.86425462564761069</c:v>
                </c:pt>
                <c:pt idx="302">
                  <c:v>-0.86155559212546984</c:v>
                </c:pt>
                <c:pt idx="303">
                  <c:v>-0.84935276528542603</c:v>
                </c:pt>
                <c:pt idx="304">
                  <c:v>-0.81225664227287686</c:v>
                </c:pt>
                <c:pt idx="305">
                  <c:v>-0.79180569001556633</c:v>
                </c:pt>
                <c:pt idx="306">
                  <c:v>-0.84771192492592762</c:v>
                </c:pt>
                <c:pt idx="307">
                  <c:v>-0.86216218518788479</c:v>
                </c:pt>
                <c:pt idx="308">
                  <c:v>-0.85450983657223101</c:v>
                </c:pt>
                <c:pt idx="309">
                  <c:v>-0.8547167396588794</c:v>
                </c:pt>
                <c:pt idx="310">
                  <c:v>-0.79952520420227136</c:v>
                </c:pt>
                <c:pt idx="311">
                  <c:v>-0.7969288565033571</c:v>
                </c:pt>
                <c:pt idx="312">
                  <c:v>-0.74005754748903585</c:v>
                </c:pt>
                <c:pt idx="313">
                  <c:v>-0.70322246258005472</c:v>
                </c:pt>
                <c:pt idx="314">
                  <c:v>-0.73803881444211894</c:v>
                </c:pt>
                <c:pt idx="315">
                  <c:v>-0.76447605718273381</c:v>
                </c:pt>
                <c:pt idx="316">
                  <c:v>-0.75139397275757192</c:v>
                </c:pt>
                <c:pt idx="317">
                  <c:v>-0.79705218623189522</c:v>
                </c:pt>
                <c:pt idx="318">
                  <c:v>-0.7438636849471465</c:v>
                </c:pt>
                <c:pt idx="319">
                  <c:v>-0.72126716250982192</c:v>
                </c:pt>
                <c:pt idx="320">
                  <c:v>-0.69575757049981124</c:v>
                </c:pt>
                <c:pt idx="321">
                  <c:v>-0.63543528717922515</c:v>
                </c:pt>
                <c:pt idx="322">
                  <c:v>-0.62614057222138586</c:v>
                </c:pt>
                <c:pt idx="323">
                  <c:v>-0.65862484823843559</c:v>
                </c:pt>
                <c:pt idx="324">
                  <c:v>-0.66867104667010113</c:v>
                </c:pt>
                <c:pt idx="325">
                  <c:v>-0.69695391078260605</c:v>
                </c:pt>
                <c:pt idx="326">
                  <c:v>-0.67318920206654254</c:v>
                </c:pt>
                <c:pt idx="327">
                  <c:v>-0.63194119516748493</c:v>
                </c:pt>
                <c:pt idx="328">
                  <c:v>-0.61855832575780756</c:v>
                </c:pt>
                <c:pt idx="329">
                  <c:v>-0.5407806946747109</c:v>
                </c:pt>
                <c:pt idx="330">
                  <c:v>-0.47710866242714267</c:v>
                </c:pt>
                <c:pt idx="331">
                  <c:v>-0.51585402729740981</c:v>
                </c:pt>
                <c:pt idx="332">
                  <c:v>-0.54172564488525143</c:v>
                </c:pt>
                <c:pt idx="333">
                  <c:v>-0.54334572442949103</c:v>
                </c:pt>
                <c:pt idx="334">
                  <c:v>-0.57097385268814649</c:v>
                </c:pt>
                <c:pt idx="335">
                  <c:v>-0.58519757979069609</c:v>
                </c:pt>
                <c:pt idx="336">
                  <c:v>-0.50378998204023717</c:v>
                </c:pt>
                <c:pt idx="337">
                  <c:v>-0.42804770133915182</c:v>
                </c:pt>
                <c:pt idx="338">
                  <c:v>-0.36578367605286644</c:v>
                </c:pt>
                <c:pt idx="339">
                  <c:v>-0.34060422041456978</c:v>
                </c:pt>
                <c:pt idx="340">
                  <c:v>-0.34033388883602356</c:v>
                </c:pt>
                <c:pt idx="341">
                  <c:v>-0.34981335530995372</c:v>
                </c:pt>
                <c:pt idx="342">
                  <c:v>-0.3174982898093302</c:v>
                </c:pt>
                <c:pt idx="343">
                  <c:v>-0.29116099349083596</c:v>
                </c:pt>
                <c:pt idx="344">
                  <c:v>-0.24206631116269231</c:v>
                </c:pt>
                <c:pt idx="345">
                  <c:v>-0.18614756256536763</c:v>
                </c:pt>
                <c:pt idx="346">
                  <c:v>-0.16646784608775517</c:v>
                </c:pt>
                <c:pt idx="347">
                  <c:v>-0.22147795435868539</c:v>
                </c:pt>
                <c:pt idx="348">
                  <c:v>-0.21426353433273379</c:v>
                </c:pt>
                <c:pt idx="349">
                  <c:v>-0.25643165246087002</c:v>
                </c:pt>
                <c:pt idx="350">
                  <c:v>-0.27434318231826377</c:v>
                </c:pt>
                <c:pt idx="351">
                  <c:v>-0.26421738916566728</c:v>
                </c:pt>
                <c:pt idx="352">
                  <c:v>-0.24505228425117781</c:v>
                </c:pt>
                <c:pt idx="353">
                  <c:v>-0.21002417124483216</c:v>
                </c:pt>
                <c:pt idx="354">
                  <c:v>-0.1603021437305486</c:v>
                </c:pt>
                <c:pt idx="355">
                  <c:v>-7.1878872628144824E-2</c:v>
                </c:pt>
                <c:pt idx="356">
                  <c:v>-6.2080102239504401E-2</c:v>
                </c:pt>
                <c:pt idx="357">
                  <c:v>1.5068871376466059E-2</c:v>
                </c:pt>
                <c:pt idx="358">
                  <c:v>-2.8407124653797002E-2</c:v>
                </c:pt>
                <c:pt idx="359">
                  <c:v>-1.2070012491495646E-2</c:v>
                </c:pt>
                <c:pt idx="360">
                  <c:v>-3.9319709693403419E-2</c:v>
                </c:pt>
              </c:numCache>
            </c:numRef>
          </c:val>
          <c:smooth val="0"/>
        </c:ser>
        <c:dLbls>
          <c:showLegendKey val="0"/>
          <c:showVal val="0"/>
          <c:showCatName val="0"/>
          <c:showSerName val="0"/>
          <c:showPercent val="0"/>
          <c:showBubbleSize val="0"/>
        </c:dLbls>
        <c:marker val="1"/>
        <c:smooth val="0"/>
        <c:axId val="172033152"/>
        <c:axId val="172034688"/>
      </c:lineChart>
      <c:catAx>
        <c:axId val="172033152"/>
        <c:scaling>
          <c:orientation val="minMax"/>
        </c:scaling>
        <c:delete val="0"/>
        <c:axPos val="b"/>
        <c:majorTickMark val="out"/>
        <c:minorTickMark val="none"/>
        <c:tickLblPos val="nextTo"/>
        <c:crossAx val="172034688"/>
        <c:crosses val="autoZero"/>
        <c:auto val="1"/>
        <c:lblAlgn val="ctr"/>
        <c:lblOffset val="100"/>
        <c:noMultiLvlLbl val="0"/>
      </c:catAx>
      <c:valAx>
        <c:axId val="172034688"/>
        <c:scaling>
          <c:orientation val="minMax"/>
        </c:scaling>
        <c:delete val="0"/>
        <c:axPos val="l"/>
        <c:majorGridlines/>
        <c:numFmt formatCode="General" sourceLinked="1"/>
        <c:majorTickMark val="out"/>
        <c:minorTickMark val="none"/>
        <c:tickLblPos val="nextTo"/>
        <c:crossAx val="172033152"/>
        <c:crosses val="autoZero"/>
        <c:crossBetween val="between"/>
      </c:valAx>
    </c:plotArea>
    <c:legend>
      <c:legendPos val="r"/>
      <c:layout/>
      <c:overlay val="0"/>
    </c:legend>
    <c:plotVisOnly val="1"/>
    <c:dispBlanksAs val="gap"/>
    <c:showDLblsOverMax val="0"/>
  </c:chart>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lineChart>
        <c:grouping val="standard"/>
        <c:varyColors val="0"/>
        <c:ser>
          <c:idx val="0"/>
          <c:order val="0"/>
          <c:tx>
            <c:strRef>
              <c:f>Sheet1!$E$2</c:f>
              <c:strCache>
                <c:ptCount val="1"/>
                <c:pt idx="0">
                  <c:v>ギザギザ</c:v>
                </c:pt>
              </c:strCache>
            </c:strRef>
          </c:tx>
          <c:marker>
            <c:symbol val="none"/>
          </c:marker>
          <c:val>
            <c:numRef>
              <c:f>Sheet1!$E$3:$E$363</c:f>
              <c:numCache>
                <c:formatCode>General</c:formatCode>
                <c:ptCount val="361"/>
                <c:pt idx="0">
                  <c:v>0</c:v>
                </c:pt>
                <c:pt idx="1">
                  <c:v>0.16506514589445526</c:v>
                </c:pt>
                <c:pt idx="2">
                  <c:v>3.5970247756297202E-2</c:v>
                </c:pt>
                <c:pt idx="3">
                  <c:v>8.852236885704301E-2</c:v>
                </c:pt>
                <c:pt idx="4">
                  <c:v>1.5115767686488785E-2</c:v>
                </c:pt>
                <c:pt idx="5">
                  <c:v>0.1780820549809306</c:v>
                </c:pt>
                <c:pt idx="6">
                  <c:v>0.16411753934935275</c:v>
                </c:pt>
                <c:pt idx="7">
                  <c:v>0.1027456303837942</c:v>
                </c:pt>
                <c:pt idx="8">
                  <c:v>0.22201750156557182</c:v>
                </c:pt>
                <c:pt idx="9">
                  <c:v>0.21035877452152901</c:v>
                </c:pt>
                <c:pt idx="10">
                  <c:v>0.20446248771178965</c:v>
                </c:pt>
                <c:pt idx="11">
                  <c:v>0.16239309291333531</c:v>
                </c:pt>
                <c:pt idx="12">
                  <c:v>0.27241509550585696</c:v>
                </c:pt>
                <c:pt idx="13">
                  <c:v>0.15924197967765313</c:v>
                </c:pt>
                <c:pt idx="14">
                  <c:v>0.18501028233675315</c:v>
                </c:pt>
                <c:pt idx="15">
                  <c:v>0.40339753726926303</c:v>
                </c:pt>
                <c:pt idx="16">
                  <c:v>0.46870689670250604</c:v>
                </c:pt>
                <c:pt idx="17">
                  <c:v>0.40686148931822758</c:v>
                </c:pt>
                <c:pt idx="18">
                  <c:v>0.39459711980120543</c:v>
                </c:pt>
                <c:pt idx="19">
                  <c:v>0.14745922191087085</c:v>
                </c:pt>
                <c:pt idx="20">
                  <c:v>0.18862518144583129</c:v>
                </c:pt>
                <c:pt idx="21">
                  <c:v>0.46496815823917953</c:v>
                </c:pt>
                <c:pt idx="22">
                  <c:v>0.24929079001608129</c:v>
                </c:pt>
                <c:pt idx="23">
                  <c:v>0.43349368761782731</c:v>
                </c:pt>
                <c:pt idx="24">
                  <c:v>0.359916957146525</c:v>
                </c:pt>
                <c:pt idx="25">
                  <c:v>0.39688069879538895</c:v>
                </c:pt>
                <c:pt idx="26">
                  <c:v>0.31949932010518806</c:v>
                </c:pt>
                <c:pt idx="27">
                  <c:v>0.34601402309682255</c:v>
                </c:pt>
                <c:pt idx="28">
                  <c:v>0.38232603033553564</c:v>
                </c:pt>
                <c:pt idx="29">
                  <c:v>0.35649303302588892</c:v>
                </c:pt>
                <c:pt idx="30">
                  <c:v>0.66149061831984257</c:v>
                </c:pt>
                <c:pt idx="31">
                  <c:v>0.37921716159207414</c:v>
                </c:pt>
                <c:pt idx="32">
                  <c:v>0.46109627743258524</c:v>
                </c:pt>
                <c:pt idx="33">
                  <c:v>0.73930178920970402</c:v>
                </c:pt>
                <c:pt idx="34">
                  <c:v>0.65254980772138693</c:v>
                </c:pt>
                <c:pt idx="35">
                  <c:v>0.44563910597966877</c:v>
                </c:pt>
                <c:pt idx="36">
                  <c:v>0.61334206502276722</c:v>
                </c:pt>
                <c:pt idx="37">
                  <c:v>0.708374789724459</c:v>
                </c:pt>
                <c:pt idx="38">
                  <c:v>0.56608487934732254</c:v>
                </c:pt>
                <c:pt idx="39">
                  <c:v>0.74643160159208755</c:v>
                </c:pt>
                <c:pt idx="40">
                  <c:v>0.49758628384368347</c:v>
                </c:pt>
                <c:pt idx="41">
                  <c:v>0.5437694601812082</c:v>
                </c:pt>
                <c:pt idx="42">
                  <c:v>0.85756275631226853</c:v>
                </c:pt>
                <c:pt idx="43">
                  <c:v>0.6346416961916681</c:v>
                </c:pt>
                <c:pt idx="44">
                  <c:v>0.83835900301907484</c:v>
                </c:pt>
                <c:pt idx="45">
                  <c:v>0.60172059489007279</c:v>
                </c:pt>
                <c:pt idx="46">
                  <c:v>0.86608722146743511</c:v>
                </c:pt>
                <c:pt idx="47">
                  <c:v>0.74082303141457473</c:v>
                </c:pt>
                <c:pt idx="48">
                  <c:v>0.78863876545017697</c:v>
                </c:pt>
                <c:pt idx="49">
                  <c:v>0.58747596932255441</c:v>
                </c:pt>
                <c:pt idx="50">
                  <c:v>0.94829660964968165</c:v>
                </c:pt>
                <c:pt idx="51">
                  <c:v>0.95261746202170516</c:v>
                </c:pt>
                <c:pt idx="52">
                  <c:v>0.88552709320488132</c:v>
                </c:pt>
                <c:pt idx="53">
                  <c:v>0.78793352781698101</c:v>
                </c:pt>
                <c:pt idx="54">
                  <c:v>0.67805073206688182</c:v>
                </c:pt>
                <c:pt idx="55">
                  <c:v>0.9107068956162816</c:v>
                </c:pt>
                <c:pt idx="56">
                  <c:v>0.63110796105631706</c:v>
                </c:pt>
                <c:pt idx="57">
                  <c:v>0.93578279206278281</c:v>
                </c:pt>
                <c:pt idx="58">
                  <c:v>0.8202298804222905</c:v>
                </c:pt>
                <c:pt idx="59">
                  <c:v>0.86782218662930566</c:v>
                </c:pt>
                <c:pt idx="60">
                  <c:v>1.0358792133133392</c:v>
                </c:pt>
                <c:pt idx="61">
                  <c:v>0.94575980867479292</c:v>
                </c:pt>
                <c:pt idx="62">
                  <c:v>0.88609043498619955</c:v>
                </c:pt>
                <c:pt idx="63">
                  <c:v>0.96373161730243662</c:v>
                </c:pt>
                <c:pt idx="64">
                  <c:v>0.82884588833058848</c:v>
                </c:pt>
                <c:pt idx="65">
                  <c:v>0.7608030847782743</c:v>
                </c:pt>
                <c:pt idx="66">
                  <c:v>0.86010809996513005</c:v>
                </c:pt>
                <c:pt idx="67">
                  <c:v>0.99744513120938683</c:v>
                </c:pt>
                <c:pt idx="68">
                  <c:v>1.1165508620296756</c:v>
                </c:pt>
                <c:pt idx="69">
                  <c:v>0.85345963098498778</c:v>
                </c:pt>
                <c:pt idx="70">
                  <c:v>0.84476418989174551</c:v>
                </c:pt>
                <c:pt idx="71">
                  <c:v>0.96458724233616366</c:v>
                </c:pt>
                <c:pt idx="72">
                  <c:v>1.0544695970143281</c:v>
                </c:pt>
                <c:pt idx="73">
                  <c:v>1.0286255069772525</c:v>
                </c:pt>
                <c:pt idx="74">
                  <c:v>0.94473728980854066</c:v>
                </c:pt>
                <c:pt idx="75">
                  <c:v>1.0761402794903612</c:v>
                </c:pt>
                <c:pt idx="76">
                  <c:v>1.0614320988451085</c:v>
                </c:pt>
                <c:pt idx="77">
                  <c:v>0.86616550602974751</c:v>
                </c:pt>
                <c:pt idx="78">
                  <c:v>0.8585626884034081</c:v>
                </c:pt>
                <c:pt idx="79">
                  <c:v>0.82408398149062068</c:v>
                </c:pt>
                <c:pt idx="80">
                  <c:v>1.0201480457742396</c:v>
                </c:pt>
                <c:pt idx="81">
                  <c:v>0.99731580682739773</c:v>
                </c:pt>
                <c:pt idx="82">
                  <c:v>1.134056306240943</c:v>
                </c:pt>
                <c:pt idx="83">
                  <c:v>0.94580051454745617</c:v>
                </c:pt>
                <c:pt idx="84">
                  <c:v>0.97157191074258553</c:v>
                </c:pt>
                <c:pt idx="85">
                  <c:v>0.86970706254730712</c:v>
                </c:pt>
                <c:pt idx="86">
                  <c:v>1.1556012074043021</c:v>
                </c:pt>
                <c:pt idx="87">
                  <c:v>1.0359183748016521</c:v>
                </c:pt>
                <c:pt idx="88">
                  <c:v>0.97568301694058701</c:v>
                </c:pt>
                <c:pt idx="89">
                  <c:v>1.1741954083429511</c:v>
                </c:pt>
                <c:pt idx="90">
                  <c:v>1.0328973841384264</c:v>
                </c:pt>
                <c:pt idx="91">
                  <c:v>1.0418490259751059</c:v>
                </c:pt>
                <c:pt idx="92">
                  <c:v>1.0533797038108728</c:v>
                </c:pt>
                <c:pt idx="93">
                  <c:v>1.1707507361783887</c:v>
                </c:pt>
                <c:pt idx="94">
                  <c:v>1.0359352605120276</c:v>
                </c:pt>
                <c:pt idx="95">
                  <c:v>0.93116898492585021</c:v>
                </c:pt>
                <c:pt idx="96">
                  <c:v>0.93841801214221032</c:v>
                </c:pt>
                <c:pt idx="97">
                  <c:v>1.1763128145388966</c:v>
                </c:pt>
                <c:pt idx="98">
                  <c:v>1.1780034189503772</c:v>
                </c:pt>
                <c:pt idx="99">
                  <c:v>1.1704245208541202</c:v>
                </c:pt>
                <c:pt idx="100">
                  <c:v>1.0931530539851577</c:v>
                </c:pt>
                <c:pt idx="101">
                  <c:v>0.9073597669822977</c:v>
                </c:pt>
                <c:pt idx="102">
                  <c:v>1.0451090640670115</c:v>
                </c:pt>
                <c:pt idx="103">
                  <c:v>0.95086378270363237</c:v>
                </c:pt>
                <c:pt idx="104">
                  <c:v>0.80810533690835396</c:v>
                </c:pt>
                <c:pt idx="105">
                  <c:v>0.99899394367438066</c:v>
                </c:pt>
                <c:pt idx="106">
                  <c:v>0.8793964132642571</c:v>
                </c:pt>
                <c:pt idx="107">
                  <c:v>0.8172238697283738</c:v>
                </c:pt>
                <c:pt idx="108">
                  <c:v>1.0120031708509674</c:v>
                </c:pt>
                <c:pt idx="109">
                  <c:v>0.90436763275389143</c:v>
                </c:pt>
                <c:pt idx="110">
                  <c:v>0.9088675168240512</c:v>
                </c:pt>
                <c:pt idx="111">
                  <c:v>0.92895682619848197</c:v>
                </c:pt>
                <c:pt idx="112">
                  <c:v>1.1029193350743629</c:v>
                </c:pt>
                <c:pt idx="113">
                  <c:v>0.76209798127402761</c:v>
                </c:pt>
                <c:pt idx="114">
                  <c:v>0.72191171333410775</c:v>
                </c:pt>
                <c:pt idx="115">
                  <c:v>0.79254659646798631</c:v>
                </c:pt>
                <c:pt idx="116">
                  <c:v>0.83458481614990743</c:v>
                </c:pt>
                <c:pt idx="117">
                  <c:v>0.93753435282144326</c:v>
                </c:pt>
                <c:pt idx="118">
                  <c:v>0.74748365492855551</c:v>
                </c:pt>
                <c:pt idx="119">
                  <c:v>0.73069640421612214</c:v>
                </c:pt>
                <c:pt idx="120">
                  <c:v>0.77554300167548096</c:v>
                </c:pt>
                <c:pt idx="121">
                  <c:v>1.0378175472400455</c:v>
                </c:pt>
                <c:pt idx="122">
                  <c:v>0.68887853599114335</c:v>
                </c:pt>
                <c:pt idx="123">
                  <c:v>1.0003282252416665</c:v>
                </c:pt>
                <c:pt idx="124">
                  <c:v>0.67929914352079512</c:v>
                </c:pt>
                <c:pt idx="125">
                  <c:v>0.84166856191338058</c:v>
                </c:pt>
                <c:pt idx="126">
                  <c:v>0.96997734321700224</c:v>
                </c:pt>
                <c:pt idx="127">
                  <c:v>0.94638176870216473</c:v>
                </c:pt>
                <c:pt idx="128">
                  <c:v>0.77382036858132985</c:v>
                </c:pt>
                <c:pt idx="129">
                  <c:v>0.73153109301593644</c:v>
                </c:pt>
                <c:pt idx="130">
                  <c:v>0.65033196754867517</c:v>
                </c:pt>
                <c:pt idx="131">
                  <c:v>0.83771957820241916</c:v>
                </c:pt>
                <c:pt idx="132">
                  <c:v>0.79665416676166956</c:v>
                </c:pt>
                <c:pt idx="133">
                  <c:v>0.82401681663330661</c:v>
                </c:pt>
                <c:pt idx="134">
                  <c:v>0.60808040784314921</c:v>
                </c:pt>
                <c:pt idx="135">
                  <c:v>0.59614459462830771</c:v>
                </c:pt>
                <c:pt idx="136">
                  <c:v>0.80493907651475949</c:v>
                </c:pt>
                <c:pt idx="137">
                  <c:v>0.7373976343857982</c:v>
                </c:pt>
                <c:pt idx="138">
                  <c:v>0.77845885783393953</c:v>
                </c:pt>
                <c:pt idx="139">
                  <c:v>0.72143831293711291</c:v>
                </c:pt>
                <c:pt idx="140">
                  <c:v>0.78937110842076086</c:v>
                </c:pt>
                <c:pt idx="141">
                  <c:v>0.73316430794029386</c:v>
                </c:pt>
                <c:pt idx="142">
                  <c:v>0.78163041873607808</c:v>
                </c:pt>
                <c:pt idx="143">
                  <c:v>0.52542513323066986</c:v>
                </c:pt>
                <c:pt idx="144">
                  <c:v>0.6170943165401741</c:v>
                </c:pt>
                <c:pt idx="145">
                  <c:v>0.57565034009814497</c:v>
                </c:pt>
                <c:pt idx="146">
                  <c:v>0.67658273667367874</c:v>
                </c:pt>
                <c:pt idx="147">
                  <c:v>0.70054842163496467</c:v>
                </c:pt>
                <c:pt idx="148">
                  <c:v>0.60828220897964957</c:v>
                </c:pt>
                <c:pt idx="149">
                  <c:v>0.46068005794351014</c:v>
                </c:pt>
                <c:pt idx="150">
                  <c:v>0.41983702867971467</c:v>
                </c:pt>
                <c:pt idx="151">
                  <c:v>0.38723131218704693</c:v>
                </c:pt>
                <c:pt idx="152">
                  <c:v>0.6450552015193507</c:v>
                </c:pt>
                <c:pt idx="153">
                  <c:v>0.53299937607874637</c:v>
                </c:pt>
                <c:pt idx="154">
                  <c:v>0.3522969268643113</c:v>
                </c:pt>
                <c:pt idx="155">
                  <c:v>0.24138977946348128</c:v>
                </c:pt>
                <c:pt idx="156">
                  <c:v>0.49282936339516742</c:v>
                </c:pt>
                <c:pt idx="157">
                  <c:v>0.59001148658354907</c:v>
                </c:pt>
                <c:pt idx="158">
                  <c:v>0.35127769669713355</c:v>
                </c:pt>
                <c:pt idx="159">
                  <c:v>0.45607287190404938</c:v>
                </c:pt>
                <c:pt idx="160">
                  <c:v>0.31803060596598393</c:v>
                </c:pt>
                <c:pt idx="161">
                  <c:v>0.39384723240468017</c:v>
                </c:pt>
                <c:pt idx="162">
                  <c:v>0.35874190944232182</c:v>
                </c:pt>
                <c:pt idx="163">
                  <c:v>0.31331952440512006</c:v>
                </c:pt>
                <c:pt idx="164">
                  <c:v>0.22701352628634897</c:v>
                </c:pt>
                <c:pt idx="165">
                  <c:v>0.16125199373270022</c:v>
                </c:pt>
                <c:pt idx="166">
                  <c:v>0.16519657958916523</c:v>
                </c:pt>
                <c:pt idx="167">
                  <c:v>0.31224314011553195</c:v>
                </c:pt>
                <c:pt idx="168">
                  <c:v>9.1715934001612098E-2</c:v>
                </c:pt>
                <c:pt idx="169">
                  <c:v>3.7867357368628646E-2</c:v>
                </c:pt>
                <c:pt idx="170">
                  <c:v>0.11234884868379413</c:v>
                </c:pt>
                <c:pt idx="171">
                  <c:v>0.22573887080181804</c:v>
                </c:pt>
                <c:pt idx="172">
                  <c:v>0.33306019908949075</c:v>
                </c:pt>
                <c:pt idx="173">
                  <c:v>0.11779121151822253</c:v>
                </c:pt>
                <c:pt idx="174">
                  <c:v>0.16811184526767453</c:v>
                </c:pt>
                <c:pt idx="175">
                  <c:v>0.22632274257311624</c:v>
                </c:pt>
                <c:pt idx="176">
                  <c:v>0.12913652220113347</c:v>
                </c:pt>
                <c:pt idx="177">
                  <c:v>-5.4335872373105942E-2</c:v>
                </c:pt>
                <c:pt idx="178">
                  <c:v>0.12158832970679057</c:v>
                </c:pt>
                <c:pt idx="179">
                  <c:v>-0.14110986502719222</c:v>
                </c:pt>
                <c:pt idx="180">
                  <c:v>0.14196070991275828</c:v>
                </c:pt>
                <c:pt idx="181">
                  <c:v>-2.51050349783703E-2</c:v>
                </c:pt>
                <c:pt idx="182">
                  <c:v>0.10034428663975098</c:v>
                </c:pt>
                <c:pt idx="183">
                  <c:v>-0.18971316161961319</c:v>
                </c:pt>
                <c:pt idx="184">
                  <c:v>-0.22187087114611304</c:v>
                </c:pt>
                <c:pt idx="185">
                  <c:v>7.4596246620325102E-2</c:v>
                </c:pt>
                <c:pt idx="186">
                  <c:v>-0.21850291062174293</c:v>
                </c:pt>
                <c:pt idx="187">
                  <c:v>-0.29979480758993132</c:v>
                </c:pt>
                <c:pt idx="188">
                  <c:v>-0.11765019888203973</c:v>
                </c:pt>
                <c:pt idx="189">
                  <c:v>-0.16511801948987256</c:v>
                </c:pt>
                <c:pt idx="190">
                  <c:v>2.1745166725397613E-3</c:v>
                </c:pt>
                <c:pt idx="191">
                  <c:v>-0.17620435032665124</c:v>
                </c:pt>
                <c:pt idx="192">
                  <c:v>-0.29821162843905807</c:v>
                </c:pt>
                <c:pt idx="193">
                  <c:v>-0.22348198357465748</c:v>
                </c:pt>
                <c:pt idx="194">
                  <c:v>-0.25522319568005725</c:v>
                </c:pt>
                <c:pt idx="195">
                  <c:v>-0.28130885226429192</c:v>
                </c:pt>
                <c:pt idx="196">
                  <c:v>-0.29471276535971525</c:v>
                </c:pt>
                <c:pt idx="197">
                  <c:v>-0.23086395781938973</c:v>
                </c:pt>
                <c:pt idx="198">
                  <c:v>-0.25941535273549288</c:v>
                </c:pt>
                <c:pt idx="199">
                  <c:v>-0.35873540929790626</c:v>
                </c:pt>
                <c:pt idx="200">
                  <c:v>-0.52326801956912838</c:v>
                </c:pt>
                <c:pt idx="201">
                  <c:v>-0.49088105458414227</c:v>
                </c:pt>
                <c:pt idx="202">
                  <c:v>-0.2978862004375839</c:v>
                </c:pt>
                <c:pt idx="203">
                  <c:v>-0.57927250009821685</c:v>
                </c:pt>
                <c:pt idx="204">
                  <c:v>-0.28463741267448528</c:v>
                </c:pt>
                <c:pt idx="205">
                  <c:v>-0.6203087899044204</c:v>
                </c:pt>
                <c:pt idx="206">
                  <c:v>-0.48702779587856715</c:v>
                </c:pt>
                <c:pt idx="207">
                  <c:v>-0.50754941308070078</c:v>
                </c:pt>
                <c:pt idx="208">
                  <c:v>-0.31712309141835199</c:v>
                </c:pt>
                <c:pt idx="209">
                  <c:v>-0.43156457323682468</c:v>
                </c:pt>
                <c:pt idx="210">
                  <c:v>-0.64730810360089397</c:v>
                </c:pt>
                <c:pt idx="211">
                  <c:v>-0.58746177804281197</c:v>
                </c:pt>
                <c:pt idx="212">
                  <c:v>-0.55780684751741538</c:v>
                </c:pt>
                <c:pt idx="213">
                  <c:v>-0.52913428839632592</c:v>
                </c:pt>
                <c:pt idx="214">
                  <c:v>-0.733965696338299</c:v>
                </c:pt>
                <c:pt idx="215">
                  <c:v>-0.66044909643957084</c:v>
                </c:pt>
                <c:pt idx="216">
                  <c:v>-0.65221155951466536</c:v>
                </c:pt>
                <c:pt idx="217">
                  <c:v>-0.69531441208313938</c:v>
                </c:pt>
                <c:pt idx="218">
                  <c:v>-0.52583593444049037</c:v>
                </c:pt>
                <c:pt idx="219">
                  <c:v>-0.69321401876669242</c:v>
                </c:pt>
                <c:pt idx="220">
                  <c:v>-0.59275623072145089</c:v>
                </c:pt>
                <c:pt idx="221">
                  <c:v>-0.71520777290383375</c:v>
                </c:pt>
                <c:pt idx="222">
                  <c:v>-0.51722770788205552</c:v>
                </c:pt>
                <c:pt idx="223">
                  <c:v>-0.50269008505005852</c:v>
                </c:pt>
                <c:pt idx="224">
                  <c:v>-0.55079280342024917</c:v>
                </c:pt>
                <c:pt idx="225">
                  <c:v>-0.72583666766841293</c:v>
                </c:pt>
                <c:pt idx="226">
                  <c:v>-0.72171848346906353</c:v>
                </c:pt>
                <c:pt idx="227">
                  <c:v>-0.61737891372245302</c:v>
                </c:pt>
                <c:pt idx="228">
                  <c:v>-0.92242596216148121</c:v>
                </c:pt>
                <c:pt idx="229">
                  <c:v>-0.59840832026467594</c:v>
                </c:pt>
                <c:pt idx="230">
                  <c:v>-0.63588940023983986</c:v>
                </c:pt>
                <c:pt idx="231">
                  <c:v>-0.76335095994998969</c:v>
                </c:pt>
                <c:pt idx="232">
                  <c:v>-0.69622957078826464</c:v>
                </c:pt>
                <c:pt idx="233">
                  <c:v>-0.85453075490398045</c:v>
                </c:pt>
                <c:pt idx="234">
                  <c:v>-0.82226285634910012</c:v>
                </c:pt>
                <c:pt idx="235">
                  <c:v>-0.65731834768388508</c:v>
                </c:pt>
                <c:pt idx="236">
                  <c:v>-0.65624774892770277</c:v>
                </c:pt>
                <c:pt idx="237">
                  <c:v>-0.90889599210341276</c:v>
                </c:pt>
                <c:pt idx="238">
                  <c:v>-0.74330230808918341</c:v>
                </c:pt>
                <c:pt idx="239">
                  <c:v>-0.91485765881229431</c:v>
                </c:pt>
                <c:pt idx="240">
                  <c:v>-0.83719894450681309</c:v>
                </c:pt>
                <c:pt idx="241">
                  <c:v>-0.85490278579397061</c:v>
                </c:pt>
                <c:pt idx="242">
                  <c:v>-0.75231044533707569</c:v>
                </c:pt>
                <c:pt idx="243">
                  <c:v>-0.91200037874687778</c:v>
                </c:pt>
                <c:pt idx="244">
                  <c:v>-0.84360710494180169</c:v>
                </c:pt>
                <c:pt idx="245">
                  <c:v>-0.71300475452173417</c:v>
                </c:pt>
                <c:pt idx="246">
                  <c:v>-0.73181233701144555</c:v>
                </c:pt>
                <c:pt idx="247">
                  <c:v>-1.0005080871176539</c:v>
                </c:pt>
                <c:pt idx="248">
                  <c:v>-0.93679600342311087</c:v>
                </c:pt>
                <c:pt idx="249">
                  <c:v>-0.76380010162596834</c:v>
                </c:pt>
                <c:pt idx="250">
                  <c:v>-1.1146059076908867</c:v>
                </c:pt>
                <c:pt idx="251">
                  <c:v>-0.82441806321934807</c:v>
                </c:pt>
                <c:pt idx="252">
                  <c:v>-0.76227602223335311</c:v>
                </c:pt>
                <c:pt idx="253">
                  <c:v>-0.94426041600087873</c:v>
                </c:pt>
                <c:pt idx="254">
                  <c:v>-1.0950039056230045</c:v>
                </c:pt>
                <c:pt idx="255">
                  <c:v>-1.0470382477788298</c:v>
                </c:pt>
                <c:pt idx="256">
                  <c:v>-0.90571770951619102</c:v>
                </c:pt>
                <c:pt idx="257">
                  <c:v>-1.0752457376641786</c:v>
                </c:pt>
                <c:pt idx="258">
                  <c:v>-1.141367958793476</c:v>
                </c:pt>
                <c:pt idx="259">
                  <c:v>-1.1008880175603935</c:v>
                </c:pt>
                <c:pt idx="260">
                  <c:v>-1.0512096574976564</c:v>
                </c:pt>
                <c:pt idx="261">
                  <c:v>-0.99597817970629077</c:v>
                </c:pt>
                <c:pt idx="262">
                  <c:v>-1.149415144430852</c:v>
                </c:pt>
                <c:pt idx="263">
                  <c:v>-1.1534703242762123</c:v>
                </c:pt>
                <c:pt idx="264">
                  <c:v>-0.80354890956542846</c:v>
                </c:pt>
                <c:pt idx="265">
                  <c:v>-1.186425564593049</c:v>
                </c:pt>
                <c:pt idx="266">
                  <c:v>-0.96198093733468171</c:v>
                </c:pt>
                <c:pt idx="267">
                  <c:v>-0.96110521326114839</c:v>
                </c:pt>
                <c:pt idx="268">
                  <c:v>-1.0624035680783928</c:v>
                </c:pt>
                <c:pt idx="269">
                  <c:v>-0.83542373806173442</c:v>
                </c:pt>
                <c:pt idx="270">
                  <c:v>-1.040125915132605</c:v>
                </c:pt>
                <c:pt idx="271">
                  <c:v>-1.0200704257072997</c:v>
                </c:pt>
                <c:pt idx="272">
                  <c:v>-1.0731631198973188</c:v>
                </c:pt>
                <c:pt idx="273">
                  <c:v>-1.1742766449982114</c:v>
                </c:pt>
                <c:pt idx="274">
                  <c:v>-1.0432892783647605</c:v>
                </c:pt>
                <c:pt idx="275">
                  <c:v>-1.0943051416688874</c:v>
                </c:pt>
                <c:pt idx="276">
                  <c:v>-1.111576382821398</c:v>
                </c:pt>
                <c:pt idx="277">
                  <c:v>-1.0357012048619036</c:v>
                </c:pt>
                <c:pt idx="278">
                  <c:v>-1.1369674493124715</c:v>
                </c:pt>
                <c:pt idx="279">
                  <c:v>-1.1217580333483257</c:v>
                </c:pt>
                <c:pt idx="280">
                  <c:v>-0.81710639137400354</c:v>
                </c:pt>
                <c:pt idx="281">
                  <c:v>-1.0175433083385117</c:v>
                </c:pt>
                <c:pt idx="282">
                  <c:v>-1.0941518031372448</c:v>
                </c:pt>
                <c:pt idx="283">
                  <c:v>-1.0576732040697547</c:v>
                </c:pt>
                <c:pt idx="284">
                  <c:v>-0.96008198843338488</c:v>
                </c:pt>
                <c:pt idx="285">
                  <c:v>-0.79863879342758648</c:v>
                </c:pt>
                <c:pt idx="286">
                  <c:v>-1.1010336288346945</c:v>
                </c:pt>
                <c:pt idx="287">
                  <c:v>-1.1329878717621984</c:v>
                </c:pt>
                <c:pt idx="288">
                  <c:v>-0.82960998545618714</c:v>
                </c:pt>
                <c:pt idx="289">
                  <c:v>-1.0533451026168328</c:v>
                </c:pt>
                <c:pt idx="290">
                  <c:v>-1.0206732826539482</c:v>
                </c:pt>
                <c:pt idx="291">
                  <c:v>-0.82120991232273344</c:v>
                </c:pt>
                <c:pt idx="292">
                  <c:v>-1.1115841648243905</c:v>
                </c:pt>
                <c:pt idx="293">
                  <c:v>-0.84180818366825272</c:v>
                </c:pt>
                <c:pt idx="294">
                  <c:v>-0.94803499885729359</c:v>
                </c:pt>
                <c:pt idx="295">
                  <c:v>-1.0549229649976315</c:v>
                </c:pt>
                <c:pt idx="296">
                  <c:v>-0.79607726510959176</c:v>
                </c:pt>
                <c:pt idx="297">
                  <c:v>-0.83684190464283859</c:v>
                </c:pt>
                <c:pt idx="298">
                  <c:v>-0.89835013600764824</c:v>
                </c:pt>
                <c:pt idx="299">
                  <c:v>-0.79523233458321751</c:v>
                </c:pt>
                <c:pt idx="300">
                  <c:v>-0.89657414975977923</c:v>
                </c:pt>
                <c:pt idx="301">
                  <c:v>-0.71049777638810063</c:v>
                </c:pt>
                <c:pt idx="302">
                  <c:v>-0.71614023470749322</c:v>
                </c:pt>
                <c:pt idx="303">
                  <c:v>-0.85936780869506335</c:v>
                </c:pt>
                <c:pt idx="304">
                  <c:v>-0.67927928075254851</c:v>
                </c:pt>
                <c:pt idx="305">
                  <c:v>-0.74878178047862165</c:v>
                </c:pt>
                <c:pt idx="306">
                  <c:v>-0.88593150691855138</c:v>
                </c:pt>
                <c:pt idx="307">
                  <c:v>-0.65303320386640873</c:v>
                </c:pt>
                <c:pt idx="308">
                  <c:v>-0.75188685180084991</c:v>
                </c:pt>
                <c:pt idx="309">
                  <c:v>-0.58081191624589557</c:v>
                </c:pt>
                <c:pt idx="310">
                  <c:v>-0.63575628517570926</c:v>
                </c:pt>
                <c:pt idx="311">
                  <c:v>-0.77710536075059555</c:v>
                </c:pt>
                <c:pt idx="312">
                  <c:v>-0.57655290276013504</c:v>
                </c:pt>
                <c:pt idx="313">
                  <c:v>-0.61429880828809191</c:v>
                </c:pt>
                <c:pt idx="314">
                  <c:v>-0.69411757887140801</c:v>
                </c:pt>
                <c:pt idx="315">
                  <c:v>-0.58881974230060607</c:v>
                </c:pt>
                <c:pt idx="316">
                  <c:v>-0.5100512716275627</c:v>
                </c:pt>
                <c:pt idx="317">
                  <c:v>-0.5316771583600568</c:v>
                </c:pt>
                <c:pt idx="318">
                  <c:v>-0.72559853365819604</c:v>
                </c:pt>
                <c:pt idx="319">
                  <c:v>-0.60187489284506057</c:v>
                </c:pt>
                <c:pt idx="320">
                  <c:v>-0.59090631500106738</c:v>
                </c:pt>
                <c:pt idx="321">
                  <c:v>-0.64262542002545864</c:v>
                </c:pt>
                <c:pt idx="322">
                  <c:v>-0.54754172283755376</c:v>
                </c:pt>
                <c:pt idx="323">
                  <c:v>-0.71929730894944521</c:v>
                </c:pt>
                <c:pt idx="324">
                  <c:v>-0.45112849673202554</c:v>
                </c:pt>
                <c:pt idx="325">
                  <c:v>-0.76157362150423391</c:v>
                </c:pt>
                <c:pt idx="326">
                  <c:v>-0.40944814444018623</c:v>
                </c:pt>
                <c:pt idx="327">
                  <c:v>-0.70280437024951992</c:v>
                </c:pt>
                <c:pt idx="328">
                  <c:v>-0.39835953574485788</c:v>
                </c:pt>
                <c:pt idx="329">
                  <c:v>-0.61088683795380827</c:v>
                </c:pt>
                <c:pt idx="330">
                  <c:v>-0.62624610197491881</c:v>
                </c:pt>
                <c:pt idx="331">
                  <c:v>-0.50933311092234224</c:v>
                </c:pt>
                <c:pt idx="332">
                  <c:v>-0.59061364255742765</c:v>
                </c:pt>
                <c:pt idx="333">
                  <c:v>-0.357121278863689</c:v>
                </c:pt>
                <c:pt idx="334">
                  <c:v>-0.39350636590432114</c:v>
                </c:pt>
                <c:pt idx="335">
                  <c:v>-0.58302094030146323</c:v>
                </c:pt>
                <c:pt idx="336">
                  <c:v>-0.40512900702616389</c:v>
                </c:pt>
                <c:pt idx="337">
                  <c:v>-0.41859437108074382</c:v>
                </c:pt>
                <c:pt idx="338">
                  <c:v>-0.31915951428384837</c:v>
                </c:pt>
                <c:pt idx="339">
                  <c:v>-0.44657985737468847</c:v>
                </c:pt>
                <c:pt idx="340">
                  <c:v>-0.24343255272659836</c:v>
                </c:pt>
                <c:pt idx="341">
                  <c:v>-0.40301419319430287</c:v>
                </c:pt>
                <c:pt idx="342">
                  <c:v>-0.32096373713914444</c:v>
                </c:pt>
                <c:pt idx="343">
                  <c:v>-0.29380431655433636</c:v>
                </c:pt>
                <c:pt idx="344">
                  <c:v>-0.21660349830065107</c:v>
                </c:pt>
                <c:pt idx="345">
                  <c:v>-0.12605105418515605</c:v>
                </c:pt>
                <c:pt idx="346">
                  <c:v>-7.6446624479016179E-2</c:v>
                </c:pt>
                <c:pt idx="347">
                  <c:v>-0.11810214903030938</c:v>
                </c:pt>
                <c:pt idx="348">
                  <c:v>-0.11757532267674206</c:v>
                </c:pt>
                <c:pt idx="349">
                  <c:v>-0.35122905889544431</c:v>
                </c:pt>
                <c:pt idx="350">
                  <c:v>-0.29038928063172614</c:v>
                </c:pt>
                <c:pt idx="351">
                  <c:v>-0.30162905071512974</c:v>
                </c:pt>
                <c:pt idx="352">
                  <c:v>-2.0036804186203488E-2</c:v>
                </c:pt>
                <c:pt idx="353">
                  <c:v>-0.21050679893662314</c:v>
                </c:pt>
                <c:pt idx="354">
                  <c:v>-2.4979615845275416E-2</c:v>
                </c:pt>
                <c:pt idx="355">
                  <c:v>1.2015324089917678E-2</c:v>
                </c:pt>
                <c:pt idx="356">
                  <c:v>6.7861272505269576E-2</c:v>
                </c:pt>
                <c:pt idx="357">
                  <c:v>8.0567349303099833E-2</c:v>
                </c:pt>
                <c:pt idx="358">
                  <c:v>-0.1814524285495262</c:v>
                </c:pt>
                <c:pt idx="359">
                  <c:v>-6.6159874064813717E-2</c:v>
                </c:pt>
                <c:pt idx="360">
                  <c:v>-0.17649172326762805</c:v>
                </c:pt>
              </c:numCache>
            </c:numRef>
          </c:val>
          <c:smooth val="0"/>
        </c:ser>
        <c:ser>
          <c:idx val="1"/>
          <c:order val="1"/>
          <c:tx>
            <c:strRef>
              <c:f>Sheet1!$F$2</c:f>
              <c:strCache>
                <c:ptCount val="1"/>
                <c:pt idx="0">
                  <c:v>移動平均</c:v>
                </c:pt>
              </c:strCache>
            </c:strRef>
          </c:tx>
          <c:marker>
            <c:symbol val="none"/>
          </c:marker>
          <c:val>
            <c:numRef>
              <c:f>Sheet1!$F$3:$F$363</c:f>
              <c:numCache>
                <c:formatCode>General</c:formatCode>
                <c:ptCount val="361"/>
                <c:pt idx="4">
                  <c:v>6.0934706038856846E-2</c:v>
                </c:pt>
                <c:pt idx="5">
                  <c:v>9.655111703504296E-2</c:v>
                </c:pt>
                <c:pt idx="6">
                  <c:v>9.6361595726022459E-2</c:v>
                </c:pt>
                <c:pt idx="7">
                  <c:v>0.10971667225152186</c:v>
                </c:pt>
                <c:pt idx="8">
                  <c:v>0.13641569879322762</c:v>
                </c:pt>
                <c:pt idx="9">
                  <c:v>0.17546430016023568</c:v>
                </c:pt>
                <c:pt idx="10">
                  <c:v>0.18074038670640749</c:v>
                </c:pt>
                <c:pt idx="11">
                  <c:v>0.18039549741920399</c:v>
                </c:pt>
                <c:pt idx="12">
                  <c:v>0.2143293904436166</c:v>
                </c:pt>
                <c:pt idx="13">
                  <c:v>0.20177428606603282</c:v>
                </c:pt>
                <c:pt idx="14">
                  <c:v>0.19670458762907767</c:v>
                </c:pt>
                <c:pt idx="15">
                  <c:v>0.23649159754057231</c:v>
                </c:pt>
                <c:pt idx="16">
                  <c:v>0.29775435829840646</c:v>
                </c:pt>
                <c:pt idx="17">
                  <c:v>0.32464363706088062</c:v>
                </c:pt>
                <c:pt idx="18">
                  <c:v>0.37171466508559103</c:v>
                </c:pt>
                <c:pt idx="19">
                  <c:v>0.3642044530004146</c:v>
                </c:pt>
                <c:pt idx="20">
                  <c:v>0.32124998183572823</c:v>
                </c:pt>
                <c:pt idx="21">
                  <c:v>0.32050223414306295</c:v>
                </c:pt>
                <c:pt idx="22">
                  <c:v>0.28898809428263367</c:v>
                </c:pt>
                <c:pt idx="23">
                  <c:v>0.29676740784595801</c:v>
                </c:pt>
                <c:pt idx="24">
                  <c:v>0.33925895489308888</c:v>
                </c:pt>
                <c:pt idx="25">
                  <c:v>0.3809100583630004</c:v>
                </c:pt>
                <c:pt idx="26">
                  <c:v>0.35181629073620213</c:v>
                </c:pt>
                <c:pt idx="27">
                  <c:v>0.3711609373523504</c:v>
                </c:pt>
                <c:pt idx="28">
                  <c:v>0.36092740589589201</c:v>
                </c:pt>
                <c:pt idx="29">
                  <c:v>0.3602426210717648</c:v>
                </c:pt>
                <c:pt idx="30">
                  <c:v>0.41316460497665553</c:v>
                </c:pt>
                <c:pt idx="31">
                  <c:v>0.42510817327403283</c:v>
                </c:pt>
                <c:pt idx="32">
                  <c:v>0.44812462414118526</c:v>
                </c:pt>
                <c:pt idx="33">
                  <c:v>0.51951977591601894</c:v>
                </c:pt>
                <c:pt idx="34">
                  <c:v>0.57873113085511851</c:v>
                </c:pt>
                <c:pt idx="35">
                  <c:v>0.53556082838708385</c:v>
                </c:pt>
                <c:pt idx="36">
                  <c:v>0.58238580907322246</c:v>
                </c:pt>
                <c:pt idx="37">
                  <c:v>0.63184151153159718</c:v>
                </c:pt>
                <c:pt idx="38">
                  <c:v>0.59719812955912088</c:v>
                </c:pt>
                <c:pt idx="39">
                  <c:v>0.61597448833326107</c:v>
                </c:pt>
                <c:pt idx="40">
                  <c:v>0.62636392390606388</c:v>
                </c:pt>
                <c:pt idx="41">
                  <c:v>0.61244940293775207</c:v>
                </c:pt>
                <c:pt idx="42">
                  <c:v>0.64228699625531405</c:v>
                </c:pt>
                <c:pt idx="43">
                  <c:v>0.65599835962418318</c:v>
                </c:pt>
                <c:pt idx="44">
                  <c:v>0.67438383990958062</c:v>
                </c:pt>
                <c:pt idx="45">
                  <c:v>0.69521070211885849</c:v>
                </c:pt>
                <c:pt idx="46">
                  <c:v>0.75967425437610392</c:v>
                </c:pt>
                <c:pt idx="47">
                  <c:v>0.73632630939656507</c:v>
                </c:pt>
                <c:pt idx="48">
                  <c:v>0.76712572324826689</c:v>
                </c:pt>
                <c:pt idx="49">
                  <c:v>0.71694911650896276</c:v>
                </c:pt>
                <c:pt idx="50">
                  <c:v>0.78626431946088471</c:v>
                </c:pt>
                <c:pt idx="51">
                  <c:v>0.80357036757173861</c:v>
                </c:pt>
                <c:pt idx="52">
                  <c:v>0.83251117992979995</c:v>
                </c:pt>
                <c:pt idx="53">
                  <c:v>0.83237013240316071</c:v>
                </c:pt>
                <c:pt idx="54">
                  <c:v>0.85048508495202613</c:v>
                </c:pt>
                <c:pt idx="55">
                  <c:v>0.84296714214534618</c:v>
                </c:pt>
                <c:pt idx="56">
                  <c:v>0.77866524195226872</c:v>
                </c:pt>
                <c:pt idx="57">
                  <c:v>0.78871638172384895</c:v>
                </c:pt>
                <c:pt idx="58">
                  <c:v>0.79517565224491082</c:v>
                </c:pt>
                <c:pt idx="59">
                  <c:v>0.83312994315739552</c:v>
                </c:pt>
                <c:pt idx="60">
                  <c:v>0.85816440669680705</c:v>
                </c:pt>
                <c:pt idx="61">
                  <c:v>0.92109477622050218</c:v>
                </c:pt>
                <c:pt idx="62">
                  <c:v>0.91115630480518539</c:v>
                </c:pt>
                <c:pt idx="63">
                  <c:v>0.93985665218121484</c:v>
                </c:pt>
                <c:pt idx="64">
                  <c:v>0.93206139252147158</c:v>
                </c:pt>
                <c:pt idx="65">
                  <c:v>0.87704616681445846</c:v>
                </c:pt>
                <c:pt idx="66">
                  <c:v>0.85991582507252584</c:v>
                </c:pt>
                <c:pt idx="67">
                  <c:v>0.88218676431716325</c:v>
                </c:pt>
                <c:pt idx="68">
                  <c:v>0.91275061326261109</c:v>
                </c:pt>
                <c:pt idx="69">
                  <c:v>0.9176733617934909</c:v>
                </c:pt>
                <c:pt idx="70">
                  <c:v>0.93446558281618519</c:v>
                </c:pt>
                <c:pt idx="71">
                  <c:v>0.95536141129039187</c:v>
                </c:pt>
                <c:pt idx="72">
                  <c:v>0.96676630445138001</c:v>
                </c:pt>
                <c:pt idx="73">
                  <c:v>0.94918123344089556</c:v>
                </c:pt>
                <c:pt idx="74">
                  <c:v>0.96743676520560606</c:v>
                </c:pt>
                <c:pt idx="75">
                  <c:v>1.0137119831253292</c:v>
                </c:pt>
                <c:pt idx="76">
                  <c:v>1.0330809544271182</c:v>
                </c:pt>
                <c:pt idx="77">
                  <c:v>0.99542013623020209</c:v>
                </c:pt>
                <c:pt idx="78">
                  <c:v>0.9614075725154333</c:v>
                </c:pt>
                <c:pt idx="79">
                  <c:v>0.93727691085184917</c:v>
                </c:pt>
                <c:pt idx="80">
                  <c:v>0.92607846410862482</c:v>
                </c:pt>
                <c:pt idx="81">
                  <c:v>0.91325520570508267</c:v>
                </c:pt>
                <c:pt idx="82">
                  <c:v>0.96683336574732193</c:v>
                </c:pt>
                <c:pt idx="83">
                  <c:v>0.98428093097613145</c:v>
                </c:pt>
                <c:pt idx="84">
                  <c:v>1.0137785168265245</c:v>
                </c:pt>
                <c:pt idx="85">
                  <c:v>0.98369032018113778</c:v>
                </c:pt>
                <c:pt idx="86">
                  <c:v>1.0153474002965186</c:v>
                </c:pt>
                <c:pt idx="87">
                  <c:v>0.9957198140086605</c:v>
                </c:pt>
                <c:pt idx="88">
                  <c:v>1.0016963144872866</c:v>
                </c:pt>
                <c:pt idx="89">
                  <c:v>1.0422210140073598</c:v>
                </c:pt>
                <c:pt idx="90">
                  <c:v>1.0748590783255836</c:v>
                </c:pt>
                <c:pt idx="91">
                  <c:v>1.0521086420397445</c:v>
                </c:pt>
                <c:pt idx="92">
                  <c:v>1.0556009078415887</c:v>
                </c:pt>
                <c:pt idx="93">
                  <c:v>1.0946144516891487</c:v>
                </c:pt>
                <c:pt idx="94">
                  <c:v>1.0669624221229641</c:v>
                </c:pt>
                <c:pt idx="95">
                  <c:v>1.0466167422804489</c:v>
                </c:pt>
                <c:pt idx="96">
                  <c:v>1.0259305395138698</c:v>
                </c:pt>
                <c:pt idx="97">
                  <c:v>1.0505171616594748</c:v>
                </c:pt>
                <c:pt idx="98">
                  <c:v>1.0519676982138724</c:v>
                </c:pt>
                <c:pt idx="99">
                  <c:v>1.0788655502822908</c:v>
                </c:pt>
                <c:pt idx="100">
                  <c:v>1.1112623640941526</c:v>
                </c:pt>
                <c:pt idx="101">
                  <c:v>1.10505071506217</c:v>
                </c:pt>
                <c:pt idx="102">
                  <c:v>1.0788099649677929</c:v>
                </c:pt>
                <c:pt idx="103">
                  <c:v>1.0333820377184439</c:v>
                </c:pt>
                <c:pt idx="104">
                  <c:v>0.9609182009292907</c:v>
                </c:pt>
                <c:pt idx="105">
                  <c:v>0.94208637886713531</c:v>
                </c:pt>
                <c:pt idx="106">
                  <c:v>0.93649370812352717</c:v>
                </c:pt>
                <c:pt idx="107">
                  <c:v>0.8909166692557996</c:v>
                </c:pt>
                <c:pt idx="108">
                  <c:v>0.90314454688526646</c:v>
                </c:pt>
                <c:pt idx="109">
                  <c:v>0.92239700605437402</c:v>
                </c:pt>
                <c:pt idx="110">
                  <c:v>0.90437172068430827</c:v>
                </c:pt>
                <c:pt idx="111">
                  <c:v>0.91428380327115311</c:v>
                </c:pt>
                <c:pt idx="112">
                  <c:v>0.97142289634035106</c:v>
                </c:pt>
                <c:pt idx="113">
                  <c:v>0.92144185842496307</c:v>
                </c:pt>
                <c:pt idx="114">
                  <c:v>0.8849506745410064</c:v>
                </c:pt>
                <c:pt idx="115">
                  <c:v>0.8616864904697934</c:v>
                </c:pt>
                <c:pt idx="116">
                  <c:v>0.84281208846007838</c:v>
                </c:pt>
                <c:pt idx="117">
                  <c:v>0.80973509200949445</c:v>
                </c:pt>
                <c:pt idx="118">
                  <c:v>0.80681222674040021</c:v>
                </c:pt>
                <c:pt idx="119">
                  <c:v>0.80856916491680286</c:v>
                </c:pt>
                <c:pt idx="120">
                  <c:v>0.80516844595830184</c:v>
                </c:pt>
                <c:pt idx="121">
                  <c:v>0.84581499217632961</c:v>
                </c:pt>
                <c:pt idx="122">
                  <c:v>0.79608382881026951</c:v>
                </c:pt>
                <c:pt idx="123">
                  <c:v>0.84665274287289161</c:v>
                </c:pt>
                <c:pt idx="124">
                  <c:v>0.83637329073382638</c:v>
                </c:pt>
                <c:pt idx="125">
                  <c:v>0.84959840278140619</c:v>
                </c:pt>
                <c:pt idx="126">
                  <c:v>0.83603036197679759</c:v>
                </c:pt>
                <c:pt idx="127">
                  <c:v>0.88753100851900191</c:v>
                </c:pt>
                <c:pt idx="128">
                  <c:v>0.84222943718693455</c:v>
                </c:pt>
                <c:pt idx="129">
                  <c:v>0.85267582708596268</c:v>
                </c:pt>
                <c:pt idx="130">
                  <c:v>0.8144085082130218</c:v>
                </c:pt>
                <c:pt idx="131">
                  <c:v>0.78795695521010511</c:v>
                </c:pt>
                <c:pt idx="132">
                  <c:v>0.75801143482200606</c:v>
                </c:pt>
                <c:pt idx="133">
                  <c:v>0.76805072443240141</c:v>
                </c:pt>
                <c:pt idx="134">
                  <c:v>0.74336058739784394</c:v>
                </c:pt>
                <c:pt idx="135">
                  <c:v>0.73252311281377047</c:v>
                </c:pt>
                <c:pt idx="136">
                  <c:v>0.72596701247623852</c:v>
                </c:pt>
                <c:pt idx="137">
                  <c:v>0.71411570600106422</c:v>
                </c:pt>
                <c:pt idx="138">
                  <c:v>0.7050041142411908</c:v>
                </c:pt>
                <c:pt idx="139">
                  <c:v>0.72767569525998366</c:v>
                </c:pt>
                <c:pt idx="140">
                  <c:v>0.7663209980184742</c:v>
                </c:pt>
                <c:pt idx="141">
                  <c:v>0.75196604430358105</c:v>
                </c:pt>
                <c:pt idx="142">
                  <c:v>0.76081260117363714</c:v>
                </c:pt>
                <c:pt idx="143">
                  <c:v>0.71020585625298316</c:v>
                </c:pt>
                <c:pt idx="144">
                  <c:v>0.68933705697359537</c:v>
                </c:pt>
                <c:pt idx="145">
                  <c:v>0.64659290330907226</c:v>
                </c:pt>
                <c:pt idx="146">
                  <c:v>0.63527658905574913</c:v>
                </c:pt>
                <c:pt idx="147">
                  <c:v>0.61906018963552645</c:v>
                </c:pt>
                <c:pt idx="148">
                  <c:v>0.63563160478532243</c:v>
                </c:pt>
                <c:pt idx="149">
                  <c:v>0.60434875306598967</c:v>
                </c:pt>
                <c:pt idx="150">
                  <c:v>0.57318609078230354</c:v>
                </c:pt>
                <c:pt idx="151">
                  <c:v>0.51531580588497716</c:v>
                </c:pt>
                <c:pt idx="152">
                  <c:v>0.5042171618618545</c:v>
                </c:pt>
                <c:pt idx="153">
                  <c:v>0.48916059528167377</c:v>
                </c:pt>
                <c:pt idx="154">
                  <c:v>0.467483969065834</c:v>
                </c:pt>
                <c:pt idx="155">
                  <c:v>0.43179451922258733</c:v>
                </c:pt>
                <c:pt idx="156">
                  <c:v>0.45291412946421133</c:v>
                </c:pt>
                <c:pt idx="157">
                  <c:v>0.44190538647705113</c:v>
                </c:pt>
                <c:pt idx="158">
                  <c:v>0.40556105060072856</c:v>
                </c:pt>
                <c:pt idx="159">
                  <c:v>0.4263162396086761</c:v>
                </c:pt>
                <c:pt idx="160">
                  <c:v>0.44164440490917672</c:v>
                </c:pt>
                <c:pt idx="161">
                  <c:v>0.42184797871107921</c:v>
                </c:pt>
                <c:pt idx="162">
                  <c:v>0.37559406328283379</c:v>
                </c:pt>
                <c:pt idx="163">
                  <c:v>0.36800242882443113</c:v>
                </c:pt>
                <c:pt idx="164">
                  <c:v>0.32219055970089105</c:v>
                </c:pt>
                <c:pt idx="165">
                  <c:v>0.2908348372542342</c:v>
                </c:pt>
                <c:pt idx="166">
                  <c:v>0.24510470669113124</c:v>
                </c:pt>
                <c:pt idx="167">
                  <c:v>0.23580495282577324</c:v>
                </c:pt>
                <c:pt idx="168">
                  <c:v>0.19148423474507167</c:v>
                </c:pt>
                <c:pt idx="169">
                  <c:v>0.15365500096152765</c:v>
                </c:pt>
                <c:pt idx="170">
                  <c:v>0.1438743719517464</c:v>
                </c:pt>
                <c:pt idx="171">
                  <c:v>0.155982830194277</c:v>
                </c:pt>
                <c:pt idx="172">
                  <c:v>0.16014624198906874</c:v>
                </c:pt>
                <c:pt idx="173">
                  <c:v>0.16536129749239081</c:v>
                </c:pt>
                <c:pt idx="174">
                  <c:v>0.1914101950722</c:v>
                </c:pt>
                <c:pt idx="175">
                  <c:v>0.21420497385006437</c:v>
                </c:pt>
                <c:pt idx="176">
                  <c:v>0.1948845041299275</c:v>
                </c:pt>
                <c:pt idx="177">
                  <c:v>0.11740528983740819</c:v>
                </c:pt>
                <c:pt idx="178">
                  <c:v>0.11816471347512177</c:v>
                </c:pt>
                <c:pt idx="179">
                  <c:v>5.6320371416148429E-2</c:v>
                </c:pt>
                <c:pt idx="180">
                  <c:v>3.9447964884076828E-2</c:v>
                </c:pt>
                <c:pt idx="181">
                  <c:v>8.5996534481760749E-3</c:v>
                </c:pt>
                <c:pt idx="182">
                  <c:v>3.9535685250747458E-2</c:v>
                </c:pt>
                <c:pt idx="183">
                  <c:v>-2.2724613014533289E-2</c:v>
                </c:pt>
                <c:pt idx="184">
                  <c:v>-3.8876814238317452E-2</c:v>
                </c:pt>
                <c:pt idx="185">
                  <c:v>-5.2349706896804085E-2</c:v>
                </c:pt>
                <c:pt idx="186">
                  <c:v>-9.1029282025478622E-2</c:v>
                </c:pt>
                <c:pt idx="187">
                  <c:v>-0.17105710087141507</c:v>
                </c:pt>
                <c:pt idx="188">
                  <c:v>-0.15664450832390039</c:v>
                </c:pt>
                <c:pt idx="189">
                  <c:v>-0.14529393799265228</c:v>
                </c:pt>
                <c:pt idx="190">
                  <c:v>-0.15977828398220936</c:v>
                </c:pt>
                <c:pt idx="191">
                  <c:v>-0.15131857192319104</c:v>
                </c:pt>
                <c:pt idx="192">
                  <c:v>-0.15100193609301638</c:v>
                </c:pt>
                <c:pt idx="193">
                  <c:v>-0.17216829303153994</c:v>
                </c:pt>
                <c:pt idx="194">
                  <c:v>-0.19018932826957685</c:v>
                </c:pt>
                <c:pt idx="195">
                  <c:v>-0.24688600205694317</c:v>
                </c:pt>
                <c:pt idx="196">
                  <c:v>-0.27058768506355602</c:v>
                </c:pt>
                <c:pt idx="197">
                  <c:v>-0.25711815093962231</c:v>
                </c:pt>
                <c:pt idx="198">
                  <c:v>-0.26430482477178946</c:v>
                </c:pt>
                <c:pt idx="199">
                  <c:v>-0.28500726749535921</c:v>
                </c:pt>
                <c:pt idx="200">
                  <c:v>-0.33339910095632652</c:v>
                </c:pt>
                <c:pt idx="201">
                  <c:v>-0.37263275880121188</c:v>
                </c:pt>
                <c:pt idx="202">
                  <c:v>-0.3860372073248507</c:v>
                </c:pt>
                <c:pt idx="203">
                  <c:v>-0.4500086367973955</c:v>
                </c:pt>
                <c:pt idx="204">
                  <c:v>-0.43518903747271132</c:v>
                </c:pt>
                <c:pt idx="205">
                  <c:v>-0.45459719153976968</c:v>
                </c:pt>
                <c:pt idx="206">
                  <c:v>-0.45382653979865478</c:v>
                </c:pt>
                <c:pt idx="207">
                  <c:v>-0.49575918232727806</c:v>
                </c:pt>
                <c:pt idx="208">
                  <c:v>-0.44332930059130515</c:v>
                </c:pt>
                <c:pt idx="209">
                  <c:v>-0.47271473270377296</c:v>
                </c:pt>
                <c:pt idx="210">
                  <c:v>-0.47811459544306772</c:v>
                </c:pt>
                <c:pt idx="211">
                  <c:v>-0.49820139187591667</c:v>
                </c:pt>
                <c:pt idx="212">
                  <c:v>-0.50825287876325953</c:v>
                </c:pt>
                <c:pt idx="213">
                  <c:v>-0.55065511815885437</c:v>
                </c:pt>
                <c:pt idx="214">
                  <c:v>-0.61113534277914927</c:v>
                </c:pt>
                <c:pt idx="215">
                  <c:v>-0.6137635413468846</c:v>
                </c:pt>
                <c:pt idx="216">
                  <c:v>-0.62671349764125528</c:v>
                </c:pt>
                <c:pt idx="217">
                  <c:v>-0.65421501055440001</c:v>
                </c:pt>
                <c:pt idx="218">
                  <c:v>-0.6535553397632331</c:v>
                </c:pt>
                <c:pt idx="219">
                  <c:v>-0.64540500424891167</c:v>
                </c:pt>
                <c:pt idx="220">
                  <c:v>-0.63186643110528773</c:v>
                </c:pt>
                <c:pt idx="221">
                  <c:v>-0.64446567378312136</c:v>
                </c:pt>
                <c:pt idx="222">
                  <c:v>-0.60884833294290464</c:v>
                </c:pt>
                <c:pt idx="223">
                  <c:v>-0.60421916306481827</c:v>
                </c:pt>
                <c:pt idx="224">
                  <c:v>-0.57573491999552961</c:v>
                </c:pt>
                <c:pt idx="225">
                  <c:v>-0.60235100738492198</c:v>
                </c:pt>
                <c:pt idx="226">
                  <c:v>-0.603653149497968</c:v>
                </c:pt>
                <c:pt idx="227">
                  <c:v>-0.62368339066604739</c:v>
                </c:pt>
                <c:pt idx="228">
                  <c:v>-0.70763056608833197</c:v>
                </c:pt>
                <c:pt idx="229">
                  <c:v>-0.71715366945721737</c:v>
                </c:pt>
                <c:pt idx="230">
                  <c:v>-0.6991642159715028</c:v>
                </c:pt>
                <c:pt idx="231">
                  <c:v>-0.70749071126768792</c:v>
                </c:pt>
                <c:pt idx="232">
                  <c:v>-0.72326084268085022</c:v>
                </c:pt>
                <c:pt idx="233">
                  <c:v>-0.70968180122935021</c:v>
                </c:pt>
                <c:pt idx="234">
                  <c:v>-0.75445270844623502</c:v>
                </c:pt>
                <c:pt idx="235">
                  <c:v>-0.75873849793504411</c:v>
                </c:pt>
                <c:pt idx="236">
                  <c:v>-0.73731785573058661</c:v>
                </c:pt>
                <c:pt idx="237">
                  <c:v>-0.77985113999361622</c:v>
                </c:pt>
                <c:pt idx="238">
                  <c:v>-0.75760545063065687</c:v>
                </c:pt>
                <c:pt idx="239">
                  <c:v>-0.77612441112329567</c:v>
                </c:pt>
                <c:pt idx="240">
                  <c:v>-0.81210053048788122</c:v>
                </c:pt>
                <c:pt idx="241">
                  <c:v>-0.85183153786113475</c:v>
                </c:pt>
                <c:pt idx="242">
                  <c:v>-0.82051442850786738</c:v>
                </c:pt>
                <c:pt idx="243">
                  <c:v>-0.85425404263940619</c:v>
                </c:pt>
                <c:pt idx="244">
                  <c:v>-0.84000393186530786</c:v>
                </c:pt>
                <c:pt idx="245">
                  <c:v>-0.81516509386829195</c:v>
                </c:pt>
                <c:pt idx="246">
                  <c:v>-0.79054700411178691</c:v>
                </c:pt>
                <c:pt idx="247">
                  <c:v>-0.84018653246790254</c:v>
                </c:pt>
                <c:pt idx="248">
                  <c:v>-0.84514565740314929</c:v>
                </c:pt>
                <c:pt idx="249">
                  <c:v>-0.82918425673998253</c:v>
                </c:pt>
                <c:pt idx="250">
                  <c:v>-0.90950448737381306</c:v>
                </c:pt>
                <c:pt idx="251">
                  <c:v>-0.9280256326153935</c:v>
                </c:pt>
                <c:pt idx="252">
                  <c:v>-0.88037921963853338</c:v>
                </c:pt>
                <c:pt idx="253">
                  <c:v>-0.88187210215408707</c:v>
                </c:pt>
                <c:pt idx="254">
                  <c:v>-0.94811286295349417</c:v>
                </c:pt>
                <c:pt idx="255">
                  <c:v>-0.93459933097108294</c:v>
                </c:pt>
                <c:pt idx="256">
                  <c:v>-0.95085926023045142</c:v>
                </c:pt>
                <c:pt idx="257">
                  <c:v>-1.0134532033166166</c:v>
                </c:pt>
                <c:pt idx="258">
                  <c:v>-1.0528747118751358</c:v>
                </c:pt>
                <c:pt idx="259">
                  <c:v>-1.0540515342626136</c:v>
                </c:pt>
                <c:pt idx="260">
                  <c:v>-1.054885816206379</c:v>
                </c:pt>
                <c:pt idx="261">
                  <c:v>-1.072937910244399</c:v>
                </c:pt>
                <c:pt idx="262">
                  <c:v>-1.0877717915977339</c:v>
                </c:pt>
                <c:pt idx="263">
                  <c:v>-1.090192264694281</c:v>
                </c:pt>
                <c:pt idx="264">
                  <c:v>-1.030724443095288</c:v>
                </c:pt>
                <c:pt idx="265">
                  <c:v>-1.0577676245143663</c:v>
                </c:pt>
                <c:pt idx="266">
                  <c:v>-1.0509681760400447</c:v>
                </c:pt>
                <c:pt idx="267">
                  <c:v>-1.0133061898061038</c:v>
                </c:pt>
                <c:pt idx="268">
                  <c:v>-0.99509283856654007</c:v>
                </c:pt>
                <c:pt idx="269">
                  <c:v>-1.0014678042658012</c:v>
                </c:pt>
                <c:pt idx="270">
                  <c:v>-0.97220787437371248</c:v>
                </c:pt>
                <c:pt idx="271">
                  <c:v>-0.98382577204823607</c:v>
                </c:pt>
                <c:pt idx="272">
                  <c:v>-1.0062373533754703</c:v>
                </c:pt>
                <c:pt idx="273">
                  <c:v>-1.0286119687594337</c:v>
                </c:pt>
                <c:pt idx="274">
                  <c:v>-1.0701850768200392</c:v>
                </c:pt>
                <c:pt idx="275">
                  <c:v>-1.0810209221272955</c:v>
                </c:pt>
                <c:pt idx="276">
                  <c:v>-1.0993221135501152</c:v>
                </c:pt>
                <c:pt idx="277">
                  <c:v>-1.0918297305430322</c:v>
                </c:pt>
                <c:pt idx="278">
                  <c:v>-1.0843678914058841</c:v>
                </c:pt>
                <c:pt idx="279">
                  <c:v>-1.1000616424025973</c:v>
                </c:pt>
                <c:pt idx="280">
                  <c:v>-1.0446218923436204</c:v>
                </c:pt>
                <c:pt idx="281">
                  <c:v>-1.0258152774470433</c:v>
                </c:pt>
                <c:pt idx="282">
                  <c:v>-1.0375053971021115</c:v>
                </c:pt>
                <c:pt idx="283">
                  <c:v>-1.0216465480535681</c:v>
                </c:pt>
                <c:pt idx="284">
                  <c:v>-0.98931133907058</c:v>
                </c:pt>
                <c:pt idx="285">
                  <c:v>-0.98561781948129656</c:v>
                </c:pt>
                <c:pt idx="286">
                  <c:v>-1.002315883580533</c:v>
                </c:pt>
                <c:pt idx="287">
                  <c:v>-1.0100830973055239</c:v>
                </c:pt>
                <c:pt idx="288">
                  <c:v>-0.96447045358281025</c:v>
                </c:pt>
                <c:pt idx="289">
                  <c:v>-0.98312307641949981</c:v>
                </c:pt>
                <c:pt idx="290">
                  <c:v>-1.0275299742647721</c:v>
                </c:pt>
                <c:pt idx="291">
                  <c:v>-0.97156523096238012</c:v>
                </c:pt>
                <c:pt idx="292">
                  <c:v>-0.9672844895748185</c:v>
                </c:pt>
                <c:pt idx="293">
                  <c:v>-0.9697241292172315</c:v>
                </c:pt>
                <c:pt idx="294">
                  <c:v>-0.94866210846532373</c:v>
                </c:pt>
                <c:pt idx="295">
                  <c:v>-0.95551204493406028</c:v>
                </c:pt>
                <c:pt idx="296">
                  <c:v>-0.95048551549143201</c:v>
                </c:pt>
                <c:pt idx="297">
                  <c:v>-0.89553706345512152</c:v>
                </c:pt>
                <c:pt idx="298">
                  <c:v>-0.90684545392300075</c:v>
                </c:pt>
                <c:pt idx="299">
                  <c:v>-0.87628492106818556</c:v>
                </c:pt>
                <c:pt idx="300">
                  <c:v>-0.84461515802061504</c:v>
                </c:pt>
                <c:pt idx="301">
                  <c:v>-0.82749926027631682</c:v>
                </c:pt>
                <c:pt idx="302">
                  <c:v>-0.80335892628924765</c:v>
                </c:pt>
                <c:pt idx="303">
                  <c:v>-0.79556246082673066</c:v>
                </c:pt>
                <c:pt idx="304">
                  <c:v>-0.77237185006059705</c:v>
                </c:pt>
                <c:pt idx="305">
                  <c:v>-0.74281337620436538</c:v>
                </c:pt>
                <c:pt idx="306">
                  <c:v>-0.77790012231045558</c:v>
                </c:pt>
                <c:pt idx="307">
                  <c:v>-0.76527871614223875</c:v>
                </c:pt>
                <c:pt idx="308">
                  <c:v>-0.74378252476339612</c:v>
                </c:pt>
                <c:pt idx="309">
                  <c:v>-0.7240890518620654</c:v>
                </c:pt>
                <c:pt idx="310">
                  <c:v>-0.70148395280148301</c:v>
                </c:pt>
                <c:pt idx="311">
                  <c:v>-0.67971872356789176</c:v>
                </c:pt>
                <c:pt idx="312">
                  <c:v>-0.66442266334663702</c:v>
                </c:pt>
                <c:pt idx="313">
                  <c:v>-0.63690505464408542</c:v>
                </c:pt>
                <c:pt idx="314">
                  <c:v>-0.65956618716918791</c:v>
                </c:pt>
                <c:pt idx="315">
                  <c:v>-0.65017887859416734</c:v>
                </c:pt>
                <c:pt idx="316">
                  <c:v>-0.59676806076956068</c:v>
                </c:pt>
                <c:pt idx="317">
                  <c:v>-0.58779291188954508</c:v>
                </c:pt>
                <c:pt idx="318">
                  <c:v>-0.61005285696356593</c:v>
                </c:pt>
                <c:pt idx="319">
                  <c:v>-0.59160431975829642</c:v>
                </c:pt>
                <c:pt idx="320">
                  <c:v>-0.59202163429838861</c:v>
                </c:pt>
                <c:pt idx="321">
                  <c:v>-0.61853646397796791</c:v>
                </c:pt>
                <c:pt idx="322">
                  <c:v>-0.62170937687346728</c:v>
                </c:pt>
                <c:pt idx="323">
                  <c:v>-0.62044913193171713</c:v>
                </c:pt>
                <c:pt idx="324">
                  <c:v>-0.59029985270911012</c:v>
                </c:pt>
                <c:pt idx="325">
                  <c:v>-0.62443331400974333</c:v>
                </c:pt>
                <c:pt idx="326">
                  <c:v>-0.57779785889268886</c:v>
                </c:pt>
                <c:pt idx="327">
                  <c:v>-0.6088503883750821</c:v>
                </c:pt>
                <c:pt idx="328">
                  <c:v>-0.5446628337341648</c:v>
                </c:pt>
                <c:pt idx="329">
                  <c:v>-0.57661450197852127</c:v>
                </c:pt>
                <c:pt idx="330">
                  <c:v>-0.54954899807265822</c:v>
                </c:pt>
                <c:pt idx="331">
                  <c:v>-0.56952599136908943</c:v>
                </c:pt>
                <c:pt idx="332">
                  <c:v>-0.54708784583067094</c:v>
                </c:pt>
                <c:pt idx="333">
                  <c:v>-0.5388401944544372</c:v>
                </c:pt>
                <c:pt idx="334">
                  <c:v>-0.49536410004453968</c:v>
                </c:pt>
                <c:pt idx="335">
                  <c:v>-0.48671906770984863</c:v>
                </c:pt>
                <c:pt idx="336">
                  <c:v>-0.46587824693061297</c:v>
                </c:pt>
                <c:pt idx="337">
                  <c:v>-0.43147439263527626</c:v>
                </c:pt>
                <c:pt idx="338">
                  <c:v>-0.42388203971930805</c:v>
                </c:pt>
                <c:pt idx="339">
                  <c:v>-0.43449673801338157</c:v>
                </c:pt>
                <c:pt idx="340">
                  <c:v>-0.3665790604984086</c:v>
                </c:pt>
                <c:pt idx="341">
                  <c:v>-0.36615609773203639</c:v>
                </c:pt>
                <c:pt idx="342">
                  <c:v>-0.3466299709437165</c:v>
                </c:pt>
                <c:pt idx="343">
                  <c:v>-0.34155893139781413</c:v>
                </c:pt>
                <c:pt idx="344">
                  <c:v>-0.29556365958300662</c:v>
                </c:pt>
                <c:pt idx="345">
                  <c:v>-0.2720873598747181</c:v>
                </c:pt>
                <c:pt idx="346">
                  <c:v>-0.20677384613166083</c:v>
                </c:pt>
                <c:pt idx="347">
                  <c:v>-0.16620152850989381</c:v>
                </c:pt>
                <c:pt idx="348">
                  <c:v>-0.13095572973437494</c:v>
                </c:pt>
                <c:pt idx="349">
                  <c:v>-0.15788084185333359</c:v>
                </c:pt>
                <c:pt idx="350">
                  <c:v>-0.19074848714264761</c:v>
                </c:pt>
                <c:pt idx="351">
                  <c:v>-0.23578497238987034</c:v>
                </c:pt>
                <c:pt idx="352">
                  <c:v>-0.21617190342104919</c:v>
                </c:pt>
                <c:pt idx="353">
                  <c:v>-0.23475819867302533</c:v>
                </c:pt>
                <c:pt idx="354">
                  <c:v>-0.16950831006299158</c:v>
                </c:pt>
                <c:pt idx="355">
                  <c:v>-0.10902738911866283</c:v>
                </c:pt>
                <c:pt idx="356">
                  <c:v>-3.512932447458296E-2</c:v>
                </c:pt>
                <c:pt idx="357">
                  <c:v>-1.5008493776722292E-2</c:v>
                </c:pt>
                <c:pt idx="358">
                  <c:v>-9.1976196993029061E-3</c:v>
                </c:pt>
                <c:pt idx="359">
                  <c:v>-1.7433671343210565E-2</c:v>
                </c:pt>
                <c:pt idx="360">
                  <c:v>-5.5135080814719718E-2</c:v>
                </c:pt>
              </c:numCache>
            </c:numRef>
          </c:val>
          <c:smooth val="0"/>
        </c:ser>
        <c:dLbls>
          <c:showLegendKey val="0"/>
          <c:showVal val="0"/>
          <c:showCatName val="0"/>
          <c:showSerName val="0"/>
          <c:showPercent val="0"/>
          <c:showBubbleSize val="0"/>
        </c:dLbls>
        <c:marker val="1"/>
        <c:smooth val="0"/>
        <c:axId val="181184000"/>
        <c:axId val="181185536"/>
      </c:lineChart>
      <c:catAx>
        <c:axId val="181184000"/>
        <c:scaling>
          <c:orientation val="minMax"/>
        </c:scaling>
        <c:delete val="0"/>
        <c:axPos val="b"/>
        <c:majorTickMark val="out"/>
        <c:minorTickMark val="none"/>
        <c:tickLblPos val="nextTo"/>
        <c:crossAx val="181185536"/>
        <c:crosses val="autoZero"/>
        <c:auto val="1"/>
        <c:lblAlgn val="ctr"/>
        <c:lblOffset val="100"/>
        <c:noMultiLvlLbl val="0"/>
      </c:catAx>
      <c:valAx>
        <c:axId val="181185536"/>
        <c:scaling>
          <c:orientation val="minMax"/>
        </c:scaling>
        <c:delete val="0"/>
        <c:axPos val="l"/>
        <c:majorGridlines/>
        <c:numFmt formatCode="General" sourceLinked="1"/>
        <c:majorTickMark val="out"/>
        <c:minorTickMark val="none"/>
        <c:tickLblPos val="nextTo"/>
        <c:crossAx val="181184000"/>
        <c:crosses val="autoZero"/>
        <c:crossBetween val="between"/>
      </c:valAx>
    </c:plotArea>
    <c:legend>
      <c:legendPos val="r"/>
      <c:layout/>
      <c:overlay val="0"/>
    </c:legend>
    <c:plotVisOnly val="1"/>
    <c:dispBlanksAs val="gap"/>
    <c:showDLblsOverMax val="0"/>
  </c:chart>
  <c:externalData r:id="rId2">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ja-JP"/>
  <c:roundedCorners val="0"/>
  <mc:AlternateContent xmlns:mc="http://schemas.openxmlformats.org/markup-compatibility/2006">
    <mc:Choice xmlns:c14="http://schemas.microsoft.com/office/drawing/2007/8/2/chart" Requires="c14">
      <c14:style val="108"/>
    </mc:Choice>
    <mc:Fallback>
      <c:style val="8"/>
    </mc:Fallback>
  </mc:AlternateContent>
  <c:clrMapOvr bg1="lt1" tx1="dk1" bg2="lt2" tx2="dk2" accent1="accent1" accent2="accent2" accent3="accent3" accent4="accent4" accent5="accent5" accent6="accent6" hlink="hlink" folHlink="folHlink"/>
  <c:chart>
    <c:title>
      <c:layout/>
      <c:overlay val="0"/>
    </c:title>
    <c:autoTitleDeleted val="0"/>
    <c:plotArea>
      <c:layout/>
      <c:lineChart>
        <c:grouping val="standard"/>
        <c:varyColors val="0"/>
        <c:ser>
          <c:idx val="0"/>
          <c:order val="0"/>
          <c:tx>
            <c:strRef>
              <c:f>Sheet1!$G$2</c:f>
              <c:strCache>
                <c:ptCount val="1"/>
                <c:pt idx="0">
                  <c:v>ハイパス</c:v>
                </c:pt>
              </c:strCache>
            </c:strRef>
          </c:tx>
          <c:marker>
            <c:symbol val="none"/>
          </c:marker>
          <c:val>
            <c:numRef>
              <c:f>Sheet1!$G$3:$G$363</c:f>
              <c:numCache>
                <c:formatCode>General</c:formatCode>
                <c:ptCount val="361"/>
                <c:pt idx="0">
                  <c:v>0</c:v>
                </c:pt>
                <c:pt idx="1">
                  <c:v>4.1694728801822595E-2</c:v>
                </c:pt>
                <c:pt idx="2">
                  <c:v>-8.8584249146336835E-2</c:v>
                </c:pt>
                <c:pt idx="3">
                  <c:v>5.3571000523529422E-2</c:v>
                </c:pt>
                <c:pt idx="4">
                  <c:v>0.12390525753718773</c:v>
                </c:pt>
                <c:pt idx="5">
                  <c:v>0.15935725233515335</c:v>
                </c:pt>
                <c:pt idx="6">
                  <c:v>-0.10251936894316871</c:v>
                </c:pt>
                <c:pt idx="7">
                  <c:v>0.14830915499634512</c:v>
                </c:pt>
                <c:pt idx="8">
                  <c:v>-8.934291527542973E-2</c:v>
                </c:pt>
                <c:pt idx="9">
                  <c:v>4.7297268430120387E-3</c:v>
                </c:pt>
                <c:pt idx="10">
                  <c:v>1.8701898001269729E-2</c:v>
                </c:pt>
                <c:pt idx="11">
                  <c:v>-0.10107842941101144</c:v>
                </c:pt>
                <c:pt idx="12">
                  <c:v>0.15777590775606515</c:v>
                </c:pt>
                <c:pt idx="13">
                  <c:v>0.20345967516325075</c:v>
                </c:pt>
                <c:pt idx="14">
                  <c:v>-2.6499170529330179E-2</c:v>
                </c:pt>
                <c:pt idx="15">
                  <c:v>-0.1200987126006054</c:v>
                </c:pt>
                <c:pt idx="16">
                  <c:v>-9.9564086498358545E-2</c:v>
                </c:pt>
                <c:pt idx="17">
                  <c:v>0.15281318112726636</c:v>
                </c:pt>
                <c:pt idx="18">
                  <c:v>0.20978641702559533</c:v>
                </c:pt>
                <c:pt idx="19">
                  <c:v>0.10722469474962254</c:v>
                </c:pt>
                <c:pt idx="20">
                  <c:v>-0.1264717645908694</c:v>
                </c:pt>
                <c:pt idx="21">
                  <c:v>3.3828327062565611E-2</c:v>
                </c:pt>
                <c:pt idx="22">
                  <c:v>0.1462891576471344</c:v>
                </c:pt>
                <c:pt idx="23">
                  <c:v>8.892563821658106E-2</c:v>
                </c:pt>
                <c:pt idx="24">
                  <c:v>1.858178954252826E-2</c:v>
                </c:pt>
                <c:pt idx="25">
                  <c:v>-0.1676515106305374</c:v>
                </c:pt>
                <c:pt idx="26">
                  <c:v>0.12053959420067539</c:v>
                </c:pt>
                <c:pt idx="27">
                  <c:v>1.1210431578555835E-2</c:v>
                </c:pt>
                <c:pt idx="28">
                  <c:v>-7.5902651059153281E-2</c:v>
                </c:pt>
                <c:pt idx="29">
                  <c:v>0.14732465681317281</c:v>
                </c:pt>
                <c:pt idx="30">
                  <c:v>-3.0096684337617363E-2</c:v>
                </c:pt>
                <c:pt idx="31">
                  <c:v>0.11675937429617028</c:v>
                </c:pt>
                <c:pt idx="32">
                  <c:v>0.17310052590994252</c:v>
                </c:pt>
                <c:pt idx="33">
                  <c:v>-7.1136016962810633E-2</c:v>
                </c:pt>
                <c:pt idx="34">
                  <c:v>-0.11391161737794281</c:v>
                </c:pt>
                <c:pt idx="35">
                  <c:v>0.15256510105145538</c:v>
                </c:pt>
                <c:pt idx="36">
                  <c:v>-0.14619111486857611</c:v>
                </c:pt>
                <c:pt idx="37">
                  <c:v>-8.7682071110287696E-3</c:v>
                </c:pt>
                <c:pt idx="38">
                  <c:v>7.2970563526272292E-2</c:v>
                </c:pt>
                <c:pt idx="39">
                  <c:v>0.16145814233694322</c:v>
                </c:pt>
                <c:pt idx="40">
                  <c:v>0.12314763138000961</c:v>
                </c:pt>
                <c:pt idx="41">
                  <c:v>0.111197939693231</c:v>
                </c:pt>
                <c:pt idx="42">
                  <c:v>7.8934723095672288E-2</c:v>
                </c:pt>
                <c:pt idx="43">
                  <c:v>-0.18098503285841328</c:v>
                </c:pt>
                <c:pt idx="44">
                  <c:v>0.10860685747002474</c:v>
                </c:pt>
                <c:pt idx="45">
                  <c:v>-3.6034457389015118E-2</c:v>
                </c:pt>
                <c:pt idx="46">
                  <c:v>6.193565571628934E-2</c:v>
                </c:pt>
                <c:pt idx="47">
                  <c:v>2.7982965462510223E-2</c:v>
                </c:pt>
                <c:pt idx="48">
                  <c:v>-4.9466424118412289E-2</c:v>
                </c:pt>
                <c:pt idx="49">
                  <c:v>0.15654481674701237</c:v>
                </c:pt>
                <c:pt idx="50">
                  <c:v>-0.11795257338661758</c:v>
                </c:pt>
                <c:pt idx="51">
                  <c:v>-4.1186110182561908E-2</c:v>
                </c:pt>
                <c:pt idx="52">
                  <c:v>4.4098072004057132E-2</c:v>
                </c:pt>
                <c:pt idx="53">
                  <c:v>8.3342687063876819E-2</c:v>
                </c:pt>
                <c:pt idx="54">
                  <c:v>-4.8382313798157939E-2</c:v>
                </c:pt>
                <c:pt idx="55">
                  <c:v>0.12853030469945859</c:v>
                </c:pt>
                <c:pt idx="56">
                  <c:v>-4.0519659730487323E-2</c:v>
                </c:pt>
                <c:pt idx="57">
                  <c:v>-6.2581323165037839E-2</c:v>
                </c:pt>
                <c:pt idx="58">
                  <c:v>9.6598365705767852E-3</c:v>
                </c:pt>
                <c:pt idx="59">
                  <c:v>0.17000994542295078</c:v>
                </c:pt>
                <c:pt idx="60">
                  <c:v>-0.10864882279109778</c:v>
                </c:pt>
                <c:pt idx="61">
                  <c:v>-3.067274268344522E-2</c:v>
                </c:pt>
                <c:pt idx="62">
                  <c:v>5.0003560325586061E-2</c:v>
                </c:pt>
                <c:pt idx="63">
                  <c:v>-1.5071904830452842E-2</c:v>
                </c:pt>
                <c:pt idx="64">
                  <c:v>8.2169556423020929E-2</c:v>
                </c:pt>
                <c:pt idx="65">
                  <c:v>8.1612878944893774E-2</c:v>
                </c:pt>
                <c:pt idx="66">
                  <c:v>-1.4480547873666705E-2</c:v>
                </c:pt>
                <c:pt idx="67">
                  <c:v>4.8619427823211714E-2</c:v>
                </c:pt>
                <c:pt idx="68">
                  <c:v>1.1425599858860158E-2</c:v>
                </c:pt>
                <c:pt idx="69">
                  <c:v>-0.13057504017661159</c:v>
                </c:pt>
                <c:pt idx="70">
                  <c:v>4.9981601278790144E-2</c:v>
                </c:pt>
                <c:pt idx="71">
                  <c:v>6.3758658909046084E-2</c:v>
                </c:pt>
                <c:pt idx="72">
                  <c:v>2.5709656179865426E-2</c:v>
                </c:pt>
                <c:pt idx="73">
                  <c:v>2.9474744270888475E-2</c:v>
                </c:pt>
                <c:pt idx="74">
                  <c:v>2.1282088696792933E-2</c:v>
                </c:pt>
                <c:pt idx="75">
                  <c:v>5.1538391716902998E-2</c:v>
                </c:pt>
                <c:pt idx="76">
                  <c:v>-8.3250668557057428E-2</c:v>
                </c:pt>
                <c:pt idx="77">
                  <c:v>3.7124374405477556E-2</c:v>
                </c:pt>
                <c:pt idx="78">
                  <c:v>0.12372191521522535</c:v>
                </c:pt>
                <c:pt idx="79">
                  <c:v>8.6925127006649561E-3</c:v>
                </c:pt>
                <c:pt idx="80">
                  <c:v>0.11076576173315611</c:v>
                </c:pt>
                <c:pt idx="81">
                  <c:v>-0.2138656735337332</c:v>
                </c:pt>
                <c:pt idx="82">
                  <c:v>-6.7595705178445264E-2</c:v>
                </c:pt>
                <c:pt idx="83">
                  <c:v>-3.1029170502716363E-2</c:v>
                </c:pt>
                <c:pt idx="84">
                  <c:v>-4.5932287919096204E-2</c:v>
                </c:pt>
                <c:pt idx="85">
                  <c:v>-3.0651647788593306E-2</c:v>
                </c:pt>
                <c:pt idx="86">
                  <c:v>0.15337168048674565</c:v>
                </c:pt>
                <c:pt idx="87">
                  <c:v>0.13351310801340455</c:v>
                </c:pt>
                <c:pt idx="88">
                  <c:v>0.13938951811326561</c:v>
                </c:pt>
                <c:pt idx="89">
                  <c:v>-8.8107954976270886E-3</c:v>
                </c:pt>
                <c:pt idx="90">
                  <c:v>-1.9023135552703963E-2</c:v>
                </c:pt>
                <c:pt idx="91">
                  <c:v>-0.11048831081563226</c:v>
                </c:pt>
                <c:pt idx="92">
                  <c:v>7.2810088434313025E-2</c:v>
                </c:pt>
                <c:pt idx="93">
                  <c:v>-0.21277393620104412</c:v>
                </c:pt>
                <c:pt idx="94">
                  <c:v>-1.9203415789551537E-2</c:v>
                </c:pt>
                <c:pt idx="95">
                  <c:v>1.368042799571656E-2</c:v>
                </c:pt>
                <c:pt idx="96">
                  <c:v>9.9294664564238078E-2</c:v>
                </c:pt>
                <c:pt idx="97">
                  <c:v>-0.14344898356007607</c:v>
                </c:pt>
                <c:pt idx="98">
                  <c:v>-0.13898046955744059</c:v>
                </c:pt>
                <c:pt idx="99">
                  <c:v>3.8173841157856048E-2</c:v>
                </c:pt>
                <c:pt idx="100">
                  <c:v>3.446350362591255E-2</c:v>
                </c:pt>
                <c:pt idx="101">
                  <c:v>7.4837880523313416E-2</c:v>
                </c:pt>
                <c:pt idx="102">
                  <c:v>-0.1210404902859169</c:v>
                </c:pt>
                <c:pt idx="103">
                  <c:v>0.14794704890383414</c:v>
                </c:pt>
                <c:pt idx="104">
                  <c:v>-6.3519695851137481E-3</c:v>
                </c:pt>
                <c:pt idx="105">
                  <c:v>-0.14829808280151013</c:v>
                </c:pt>
                <c:pt idx="106">
                  <c:v>0.13595973366532288</c:v>
                </c:pt>
                <c:pt idx="107">
                  <c:v>0.10803229803728409</c:v>
                </c:pt>
                <c:pt idx="108">
                  <c:v>4.3701554814124521E-2</c:v>
                </c:pt>
                <c:pt idx="109">
                  <c:v>-4.808822004956248E-2</c:v>
                </c:pt>
                <c:pt idx="110">
                  <c:v>-3.0355165631872794E-2</c:v>
                </c:pt>
                <c:pt idx="111">
                  <c:v>-0.16642929801897155</c:v>
                </c:pt>
                <c:pt idx="112">
                  <c:v>-0.15045672791241005</c:v>
                </c:pt>
                <c:pt idx="113">
                  <c:v>-4.2623225811399879E-2</c:v>
                </c:pt>
                <c:pt idx="114">
                  <c:v>6.5313777088904512E-4</c:v>
                </c:pt>
                <c:pt idx="115">
                  <c:v>0.19963134197106891</c:v>
                </c:pt>
                <c:pt idx="116">
                  <c:v>-4.8005039244795489E-2</c:v>
                </c:pt>
                <c:pt idx="117">
                  <c:v>-0.11758808890647954</c:v>
                </c:pt>
                <c:pt idx="118">
                  <c:v>-7.5363340730573047E-2</c:v>
                </c:pt>
                <c:pt idx="119">
                  <c:v>0.17862985041937418</c:v>
                </c:pt>
                <c:pt idx="120">
                  <c:v>-0.11346254884698492</c:v>
                </c:pt>
                <c:pt idx="121">
                  <c:v>3.3261506346260461E-4</c:v>
                </c:pt>
                <c:pt idx="122">
                  <c:v>5.8732411762688175E-2</c:v>
                </c:pt>
                <c:pt idx="123">
                  <c:v>-3.1290313571501582E-2</c:v>
                </c:pt>
                <c:pt idx="124">
                  <c:v>-0.10480630432909788</c:v>
                </c:pt>
                <c:pt idx="125">
                  <c:v>9.708302280816572E-2</c:v>
                </c:pt>
                <c:pt idx="126">
                  <c:v>-5.0393256352377347E-2</c:v>
                </c:pt>
                <c:pt idx="127">
                  <c:v>-3.8454622223606072E-2</c:v>
                </c:pt>
                <c:pt idx="128">
                  <c:v>-4.5934248005500056E-2</c:v>
                </c:pt>
                <c:pt idx="129">
                  <c:v>6.4839772525141282E-2</c:v>
                </c:pt>
                <c:pt idx="130">
                  <c:v>-0.17809151196710316</c:v>
                </c:pt>
                <c:pt idx="131">
                  <c:v>1.889691180056885E-2</c:v>
                </c:pt>
                <c:pt idx="132">
                  <c:v>0.11865912492298947</c:v>
                </c:pt>
                <c:pt idx="133">
                  <c:v>-7.9125667639493913E-2</c:v>
                </c:pt>
                <c:pt idx="134">
                  <c:v>5.3495938210131322E-2</c:v>
                </c:pt>
                <c:pt idx="135">
                  <c:v>6.9009496551876381E-2</c:v>
                </c:pt>
                <c:pt idx="136">
                  <c:v>-8.7047524865577097E-2</c:v>
                </c:pt>
                <c:pt idx="137">
                  <c:v>-0.1879123905245651</c:v>
                </c:pt>
                <c:pt idx="138">
                  <c:v>-2.1321747879646913E-2</c:v>
                </c:pt>
                <c:pt idx="139">
                  <c:v>1.8884423640467385E-2</c:v>
                </c:pt>
                <c:pt idx="140">
                  <c:v>-7.7824534369997922E-2</c:v>
                </c:pt>
                <c:pt idx="141">
                  <c:v>-8.067701501300395E-2</c:v>
                </c:pt>
                <c:pt idx="142">
                  <c:v>-6.859700801605817E-2</c:v>
                </c:pt>
                <c:pt idx="143">
                  <c:v>9.3599918887711353E-2</c:v>
                </c:pt>
                <c:pt idx="144">
                  <c:v>0.12786724843739883</c:v>
                </c:pt>
                <c:pt idx="145">
                  <c:v>-0.14350229351371674</c:v>
                </c:pt>
                <c:pt idx="146">
                  <c:v>0.1064288126120988</c:v>
                </c:pt>
                <c:pt idx="147">
                  <c:v>-0.15839998010275264</c:v>
                </c:pt>
                <c:pt idx="148">
                  <c:v>8.9023554832831975E-2</c:v>
                </c:pt>
                <c:pt idx="149">
                  <c:v>-0.17592101580171476</c:v>
                </c:pt>
                <c:pt idx="150">
                  <c:v>-8.6472585586716944E-2</c:v>
                </c:pt>
                <c:pt idx="151">
                  <c:v>0.13690842786881308</c:v>
                </c:pt>
                <c:pt idx="152">
                  <c:v>-0.15243111531344095</c:v>
                </c:pt>
                <c:pt idx="153">
                  <c:v>-0.11317945117275446</c:v>
                </c:pt>
                <c:pt idx="154">
                  <c:v>0.12793258416402042</c:v>
                </c:pt>
                <c:pt idx="155">
                  <c:v>3.3735270946719631E-2</c:v>
                </c:pt>
                <c:pt idx="156">
                  <c:v>-0.15740481692615815</c:v>
                </c:pt>
                <c:pt idx="157">
                  <c:v>-0.10964393132344402</c:v>
                </c:pt>
                <c:pt idx="158">
                  <c:v>-0.11857626385660303</c:v>
                </c:pt>
                <c:pt idx="159">
                  <c:v>-9.5118008354653838E-2</c:v>
                </c:pt>
                <c:pt idx="160">
                  <c:v>3.5920011440097876E-2</c:v>
                </c:pt>
                <c:pt idx="161">
                  <c:v>0.15272734176085495</c:v>
                </c:pt>
                <c:pt idx="162">
                  <c:v>-0.15846035351385795</c:v>
                </c:pt>
                <c:pt idx="163">
                  <c:v>0.13263824779901445</c:v>
                </c:pt>
                <c:pt idx="164">
                  <c:v>2.0503232187289222E-2</c:v>
                </c:pt>
                <c:pt idx="165">
                  <c:v>-9.0186409132502643E-2</c:v>
                </c:pt>
                <c:pt idx="166">
                  <c:v>0.10531226729508514</c:v>
                </c:pt>
                <c:pt idx="167">
                  <c:v>-0.19293833321139969</c:v>
                </c:pt>
                <c:pt idx="168">
                  <c:v>-0.17274882042019643</c:v>
                </c:pt>
                <c:pt idx="169">
                  <c:v>-2.3164675749350827E-2</c:v>
                </c:pt>
                <c:pt idx="170">
                  <c:v>-9.3671664748190636E-2</c:v>
                </c:pt>
                <c:pt idx="171">
                  <c:v>4.1094267593326406E-2</c:v>
                </c:pt>
                <c:pt idx="172">
                  <c:v>-0.11390485307556138</c:v>
                </c:pt>
                <c:pt idx="173">
                  <c:v>-0.1362343487491445</c:v>
                </c:pt>
                <c:pt idx="174">
                  <c:v>0.11390713001684596</c:v>
                </c:pt>
                <c:pt idx="175">
                  <c:v>0.16375367752356879</c:v>
                </c:pt>
                <c:pt idx="176">
                  <c:v>-0.14892872763544998</c:v>
                </c:pt>
                <c:pt idx="177">
                  <c:v>2.8595955831688891E-2</c:v>
                </c:pt>
                <c:pt idx="178">
                  <c:v>-8.4584723075051452E-2</c:v>
                </c:pt>
                <c:pt idx="179">
                  <c:v>-5.7718425712694962E-2</c:v>
                </c:pt>
                <c:pt idx="180">
                  <c:v>0.10256175854436841</c:v>
                </c:pt>
                <c:pt idx="181">
                  <c:v>-6.4083230041063977E-2</c:v>
                </c:pt>
                <c:pt idx="182">
                  <c:v>3.7233416568631029E-2</c:v>
                </c:pt>
                <c:pt idx="183">
                  <c:v>-0.14351995726324057</c:v>
                </c:pt>
                <c:pt idx="184">
                  <c:v>-4.4124511538732411E-2</c:v>
                </c:pt>
                <c:pt idx="185">
                  <c:v>-0.16115900269839484</c:v>
                </c:pt>
                <c:pt idx="186">
                  <c:v>-3.7248399114385114E-2</c:v>
                </c:pt>
                <c:pt idx="187">
                  <c:v>-6.6282418356166217E-2</c:v>
                </c:pt>
                <c:pt idx="188">
                  <c:v>-4.3664496244612439E-2</c:v>
                </c:pt>
                <c:pt idx="189">
                  <c:v>0.12201555279408177</c:v>
                </c:pt>
                <c:pt idx="190">
                  <c:v>-8.4765362806339617E-2</c:v>
                </c:pt>
                <c:pt idx="191">
                  <c:v>-8.0850866693693429E-2</c:v>
                </c:pt>
                <c:pt idx="192">
                  <c:v>-4.6341348669036025E-2</c:v>
                </c:pt>
                <c:pt idx="193">
                  <c:v>-7.5582906673757638E-2</c:v>
                </c:pt>
                <c:pt idx="194">
                  <c:v>6.2942673995711601E-2</c:v>
                </c:pt>
                <c:pt idx="195">
                  <c:v>3.6490686262413419E-3</c:v>
                </c:pt>
                <c:pt idx="196">
                  <c:v>4.4030373589911603E-2</c:v>
                </c:pt>
                <c:pt idx="197">
                  <c:v>-0.19499104838870784</c:v>
                </c:pt>
                <c:pt idx="198">
                  <c:v>-7.4322510925465102E-2</c:v>
                </c:pt>
                <c:pt idx="199">
                  <c:v>-8.5209589092418936E-2</c:v>
                </c:pt>
                <c:pt idx="200">
                  <c:v>-1.7270399356139166E-2</c:v>
                </c:pt>
                <c:pt idx="201">
                  <c:v>3.3384942639273496E-3</c:v>
                </c:pt>
                <c:pt idx="202">
                  <c:v>-0.10101656299416106</c:v>
                </c:pt>
                <c:pt idx="203">
                  <c:v>-0.11801454040368831</c:v>
                </c:pt>
                <c:pt idx="204">
                  <c:v>1.7801279684873106E-2</c:v>
                </c:pt>
                <c:pt idx="205">
                  <c:v>0.20730127737557535</c:v>
                </c:pt>
                <c:pt idx="206">
                  <c:v>5.746813254133315E-2</c:v>
                </c:pt>
                <c:pt idx="207">
                  <c:v>-0.14674263654794945</c:v>
                </c:pt>
                <c:pt idx="208">
                  <c:v>-9.1384294821643119E-2</c:v>
                </c:pt>
                <c:pt idx="209">
                  <c:v>6.3523746465747488E-2</c:v>
                </c:pt>
                <c:pt idx="210">
                  <c:v>-1.7913678746783457E-2</c:v>
                </c:pt>
                <c:pt idx="211">
                  <c:v>-3.9795014215550761E-2</c:v>
                </c:pt>
                <c:pt idx="212">
                  <c:v>-9.4975232709494928E-3</c:v>
                </c:pt>
                <c:pt idx="213">
                  <c:v>-0.16657441585666621</c:v>
                </c:pt>
                <c:pt idx="214">
                  <c:v>-1.6878194622029552E-2</c:v>
                </c:pt>
                <c:pt idx="215">
                  <c:v>-7.6555858925204001E-2</c:v>
                </c:pt>
                <c:pt idx="216">
                  <c:v>1.8483139669232762E-2</c:v>
                </c:pt>
                <c:pt idx="217">
                  <c:v>-3.1296521814661915E-2</c:v>
                </c:pt>
                <c:pt idx="218">
                  <c:v>-0.11727064146346622</c:v>
                </c:pt>
                <c:pt idx="219">
                  <c:v>9.3329946529988494E-2</c:v>
                </c:pt>
                <c:pt idx="220">
                  <c:v>-5.4026124130313602E-2</c:v>
                </c:pt>
                <c:pt idx="221">
                  <c:v>2.3576359214226184E-2</c:v>
                </c:pt>
                <c:pt idx="222">
                  <c:v>6.4861408104021523E-2</c:v>
                </c:pt>
                <c:pt idx="223">
                  <c:v>-1.4947581568757307E-2</c:v>
                </c:pt>
                <c:pt idx="224">
                  <c:v>-8.2706599571452211E-2</c:v>
                </c:pt>
                <c:pt idx="225">
                  <c:v>-2.5204949486655082E-2</c:v>
                </c:pt>
                <c:pt idx="226">
                  <c:v>-0.15276257687842454</c:v>
                </c:pt>
                <c:pt idx="227">
                  <c:v>1.967901230925051E-3</c:v>
                </c:pt>
                <c:pt idx="228">
                  <c:v>-2.4876128183604074E-3</c:v>
                </c:pt>
                <c:pt idx="229">
                  <c:v>3.5868438761266552E-2</c:v>
                </c:pt>
                <c:pt idx="230">
                  <c:v>6.9052043894891502E-2</c:v>
                </c:pt>
                <c:pt idx="231">
                  <c:v>-0.15047701503845445</c:v>
                </c:pt>
                <c:pt idx="232">
                  <c:v>4.1440025961768878E-2</c:v>
                </c:pt>
                <c:pt idx="233">
                  <c:v>1.6068087850382606E-2</c:v>
                </c:pt>
                <c:pt idx="234">
                  <c:v>2.2665315636404504E-2</c:v>
                </c:pt>
                <c:pt idx="235">
                  <c:v>-0.14315309394938536</c:v>
                </c:pt>
                <c:pt idx="236">
                  <c:v>0.12127245444594625</c:v>
                </c:pt>
                <c:pt idx="237">
                  <c:v>-8.1050250920949862E-3</c:v>
                </c:pt>
                <c:pt idx="238">
                  <c:v>-0.19151849324765291</c:v>
                </c:pt>
                <c:pt idx="239">
                  <c:v>-5.7006189102888238E-2</c:v>
                </c:pt>
                <c:pt idx="240">
                  <c:v>-0.1692271393643624</c:v>
                </c:pt>
                <c:pt idx="241">
                  <c:v>-7.8353685477511759E-2</c:v>
                </c:pt>
                <c:pt idx="242">
                  <c:v>0.1302362591584979</c:v>
                </c:pt>
                <c:pt idx="243">
                  <c:v>0.1600168420049769</c:v>
                </c:pt>
                <c:pt idx="244">
                  <c:v>0.16214073796172335</c:v>
                </c:pt>
                <c:pt idx="245">
                  <c:v>-8.759320717682928E-2</c:v>
                </c:pt>
                <c:pt idx="246">
                  <c:v>-0.21433954938277733</c:v>
                </c:pt>
                <c:pt idx="247">
                  <c:v>-0.13528312464837333</c:v>
                </c:pt>
                <c:pt idx="248">
                  <c:v>-3.4366154466635601E-2</c:v>
                </c:pt>
                <c:pt idx="249">
                  <c:v>0.11526166476848143</c:v>
                </c:pt>
                <c:pt idx="250">
                  <c:v>0.1616712865353831</c:v>
                </c:pt>
                <c:pt idx="251">
                  <c:v>-1.0648990733916452E-2</c:v>
                </c:pt>
                <c:pt idx="252">
                  <c:v>-0.13734626937210459</c:v>
                </c:pt>
                <c:pt idx="253">
                  <c:v>6.0576654318184486E-2</c:v>
                </c:pt>
                <c:pt idx="254">
                  <c:v>-5.8765209901167847E-2</c:v>
                </c:pt>
                <c:pt idx="255">
                  <c:v>-0.14297586176825305</c:v>
                </c:pt>
                <c:pt idx="256">
                  <c:v>0.1521708618394193</c:v>
                </c:pt>
                <c:pt idx="257">
                  <c:v>-0.13779643052166013</c:v>
                </c:pt>
                <c:pt idx="258">
                  <c:v>1.5218872944016804E-2</c:v>
                </c:pt>
                <c:pt idx="259">
                  <c:v>-0.11198888439879795</c:v>
                </c:pt>
                <c:pt idx="260">
                  <c:v>2.0125624244023754E-2</c:v>
                </c:pt>
                <c:pt idx="261">
                  <c:v>0.21995229436828367</c:v>
                </c:pt>
                <c:pt idx="262">
                  <c:v>6.805774609369486E-2</c:v>
                </c:pt>
                <c:pt idx="263">
                  <c:v>-6.3829997493984547E-2</c:v>
                </c:pt>
                <c:pt idx="264">
                  <c:v>-0.13534432689282294</c:v>
                </c:pt>
                <c:pt idx="265">
                  <c:v>-0.16537823087047454</c:v>
                </c:pt>
                <c:pt idx="266">
                  <c:v>3.4620118729913552E-2</c:v>
                </c:pt>
                <c:pt idx="267">
                  <c:v>8.7368071064398922E-2</c:v>
                </c:pt>
                <c:pt idx="268">
                  <c:v>-0.11121470910006415</c:v>
                </c:pt>
                <c:pt idx="269">
                  <c:v>0.19988049514258566</c:v>
                </c:pt>
                <c:pt idx="270">
                  <c:v>0.11116052632773887</c:v>
                </c:pt>
                <c:pt idx="271">
                  <c:v>8.2775017370047443E-2</c:v>
                </c:pt>
                <c:pt idx="272">
                  <c:v>8.7508477344424351E-2</c:v>
                </c:pt>
                <c:pt idx="273">
                  <c:v>1.0744569163648299E-2</c:v>
                </c:pt>
                <c:pt idx="274">
                  <c:v>-0.15489068071727585</c:v>
                </c:pt>
                <c:pt idx="275">
                  <c:v>-0.13606889905134922</c:v>
                </c:pt>
                <c:pt idx="276">
                  <c:v>-8.5455853115224634E-2</c:v>
                </c:pt>
                <c:pt idx="277">
                  <c:v>4.5646367882190564E-4</c:v>
                </c:pt>
                <c:pt idx="278">
                  <c:v>-7.4818167791588897E-2</c:v>
                </c:pt>
                <c:pt idx="279">
                  <c:v>7.3121054142195385E-2</c:v>
                </c:pt>
                <c:pt idx="280">
                  <c:v>8.6634411490952301E-2</c:v>
                </c:pt>
                <c:pt idx="281">
                  <c:v>-2.1667332891568192E-2</c:v>
                </c:pt>
                <c:pt idx="282">
                  <c:v>-0.11786517196172741</c:v>
                </c:pt>
                <c:pt idx="283">
                  <c:v>6.8620042935605641E-2</c:v>
                </c:pt>
                <c:pt idx="284">
                  <c:v>9.1423656829264011E-2</c:v>
                </c:pt>
                <c:pt idx="285">
                  <c:v>3.289786411921547E-2</c:v>
                </c:pt>
                <c:pt idx="286">
                  <c:v>9.3202602971816262E-2</c:v>
                </c:pt>
                <c:pt idx="287">
                  <c:v>1.2464378672321086E-3</c:v>
                </c:pt>
                <c:pt idx="288">
                  <c:v>-8.9033804252829363E-2</c:v>
                </c:pt>
                <c:pt idx="289">
                  <c:v>0.14772621428623167</c:v>
                </c:pt>
                <c:pt idx="290">
                  <c:v>-4.4454794184049851E-2</c:v>
                </c:pt>
                <c:pt idx="291">
                  <c:v>-0.17468020189780076</c:v>
                </c:pt>
                <c:pt idx="292">
                  <c:v>0.18723199466471696</c:v>
                </c:pt>
                <c:pt idx="293">
                  <c:v>-8.0790270753946403E-2</c:v>
                </c:pt>
                <c:pt idx="294">
                  <c:v>2.6142027141780155E-2</c:v>
                </c:pt>
                <c:pt idx="295">
                  <c:v>5.5321002736456459E-2</c:v>
                </c:pt>
                <c:pt idx="296">
                  <c:v>0.13638855784936188</c:v>
                </c:pt>
                <c:pt idx="297">
                  <c:v>-0.11793680070452517</c:v>
                </c:pt>
                <c:pt idx="298">
                  <c:v>8.6980820112481316E-2</c:v>
                </c:pt>
                <c:pt idx="299">
                  <c:v>-0.13527455980428826</c:v>
                </c:pt>
                <c:pt idx="300">
                  <c:v>1.5814900151914335E-2</c:v>
                </c:pt>
                <c:pt idx="301">
                  <c:v>-1.6473108834004435E-2</c:v>
                </c:pt>
                <c:pt idx="302">
                  <c:v>2.6442587412665475E-2</c:v>
                </c:pt>
                <c:pt idx="303">
                  <c:v>2.8497104972498022E-3</c:v>
                </c:pt>
                <c:pt idx="304">
                  <c:v>-0.10554503965079098</c:v>
                </c:pt>
                <c:pt idx="305">
                  <c:v>6.2608999856669567E-2</c:v>
                </c:pt>
                <c:pt idx="306">
                  <c:v>0.23896133646461437</c:v>
                </c:pt>
                <c:pt idx="307">
                  <c:v>0.1658158900368909</c:v>
                </c:pt>
                <c:pt idx="308">
                  <c:v>-8.4317793965976828E-2</c:v>
                </c:pt>
                <c:pt idx="309">
                  <c:v>-0.10362281403793672</c:v>
                </c:pt>
                <c:pt idx="310">
                  <c:v>-0.13326018258904271</c:v>
                </c:pt>
                <c:pt idx="311">
                  <c:v>-2.6976302815272968E-2</c:v>
                </c:pt>
                <c:pt idx="312">
                  <c:v>0.25053905361097739</c:v>
                </c:pt>
                <c:pt idx="313">
                  <c:v>0.22454904022169431</c:v>
                </c:pt>
                <c:pt idx="314">
                  <c:v>-3.9504828443971074E-2</c:v>
                </c:pt>
                <c:pt idx="315">
                  <c:v>-2.0669690314020661E-2</c:v>
                </c:pt>
                <c:pt idx="316">
                  <c:v>-6.3335995690099067E-2</c:v>
                </c:pt>
                <c:pt idx="317">
                  <c:v>6.5875175155843957E-2</c:v>
                </c:pt>
                <c:pt idx="318">
                  <c:v>3.8236194316614291E-3</c:v>
                </c:pt>
                <c:pt idx="319">
                  <c:v>0.15500526119586233</c:v>
                </c:pt>
                <c:pt idx="320">
                  <c:v>-3.12406911473041E-2</c:v>
                </c:pt>
                <c:pt idx="321">
                  <c:v>-0.11728220799429323</c:v>
                </c:pt>
                <c:pt idx="322">
                  <c:v>-4.0070096808023092E-2</c:v>
                </c:pt>
                <c:pt idx="323">
                  <c:v>0.20216208923687179</c:v>
                </c:pt>
                <c:pt idx="324">
                  <c:v>0.10517130753541404</c:v>
                </c:pt>
                <c:pt idx="325">
                  <c:v>-5.1684520332785033E-2</c:v>
                </c:pt>
                <c:pt idx="326">
                  <c:v>-6.0693284770210187E-2</c:v>
                </c:pt>
                <c:pt idx="327">
                  <c:v>0.1320236570368325</c:v>
                </c:pt>
                <c:pt idx="328">
                  <c:v>9.0145141504686055E-2</c:v>
                </c:pt>
                <c:pt idx="329">
                  <c:v>2.3037223130528028E-2</c:v>
                </c:pt>
                <c:pt idx="330">
                  <c:v>0.14417188987939622</c:v>
                </c:pt>
                <c:pt idx="331">
                  <c:v>-2.5959466754434946E-3</c:v>
                </c:pt>
                <c:pt idx="332">
                  <c:v>-0.13586623866916347</c:v>
                </c:pt>
                <c:pt idx="333">
                  <c:v>-0.1154024612257129</c:v>
                </c:pt>
                <c:pt idx="334">
                  <c:v>0.14469471416784729</c:v>
                </c:pt>
                <c:pt idx="335">
                  <c:v>-5.6926075430471956E-2</c:v>
                </c:pt>
                <c:pt idx="336">
                  <c:v>0.2310021552731269</c:v>
                </c:pt>
                <c:pt idx="337">
                  <c:v>-0.11063416359498679</c:v>
                </c:pt>
                <c:pt idx="338">
                  <c:v>0.16776077416342272</c:v>
                </c:pt>
                <c:pt idx="339">
                  <c:v>-0.12846130349413359</c:v>
                </c:pt>
                <c:pt idx="340">
                  <c:v>0.10948302991403458</c:v>
                </c:pt>
                <c:pt idx="341">
                  <c:v>0.10947359866406936</c:v>
                </c:pt>
                <c:pt idx="342">
                  <c:v>-4.9829177946259517E-3</c:v>
                </c:pt>
                <c:pt idx="343">
                  <c:v>0.13291420350098077</c:v>
                </c:pt>
                <c:pt idx="344">
                  <c:v>9.2994486772162988E-3</c:v>
                </c:pt>
                <c:pt idx="345">
                  <c:v>-0.16364153827973488</c:v>
                </c:pt>
                <c:pt idx="346">
                  <c:v>-0.10402148765998043</c:v>
                </c:pt>
                <c:pt idx="347">
                  <c:v>-6.9671884090191261E-2</c:v>
                </c:pt>
                <c:pt idx="348">
                  <c:v>0.14726205970002079</c:v>
                </c:pt>
                <c:pt idx="349">
                  <c:v>-3.4771190390599505E-3</c:v>
                </c:pt>
                <c:pt idx="350">
                  <c:v>3.3734449681563583E-2</c:v>
                </c:pt>
                <c:pt idx="351">
                  <c:v>-1.3422443786113569E-3</c:v>
                </c:pt>
                <c:pt idx="352">
                  <c:v>0.25628385254559938</c:v>
                </c:pt>
                <c:pt idx="353">
                  <c:v>0.1402812216238018</c:v>
                </c:pt>
                <c:pt idx="354">
                  <c:v>-9.1165771106432286E-2</c:v>
                </c:pt>
                <c:pt idx="355">
                  <c:v>-8.4423322684542779E-2</c:v>
                </c:pt>
                <c:pt idx="356">
                  <c:v>-7.2412220697613938E-2</c:v>
                </c:pt>
                <c:pt idx="357">
                  <c:v>0.28656403261991426</c:v>
                </c:pt>
                <c:pt idx="358">
                  <c:v>0.10264944258807887</c:v>
                </c:pt>
                <c:pt idx="359">
                  <c:v>0.18476859808511326</c:v>
                </c:pt>
                <c:pt idx="360">
                  <c:v>-9.7603387609520059E-2</c:v>
                </c:pt>
              </c:numCache>
            </c:numRef>
          </c:val>
          <c:smooth val="0"/>
        </c:ser>
        <c:dLbls>
          <c:showLegendKey val="0"/>
          <c:showVal val="0"/>
          <c:showCatName val="0"/>
          <c:showSerName val="0"/>
          <c:showPercent val="0"/>
          <c:showBubbleSize val="0"/>
        </c:dLbls>
        <c:marker val="1"/>
        <c:smooth val="0"/>
        <c:axId val="182493568"/>
        <c:axId val="182495104"/>
      </c:lineChart>
      <c:catAx>
        <c:axId val="182493568"/>
        <c:scaling>
          <c:orientation val="minMax"/>
        </c:scaling>
        <c:delete val="0"/>
        <c:axPos val="b"/>
        <c:majorTickMark val="out"/>
        <c:minorTickMark val="none"/>
        <c:tickLblPos val="nextTo"/>
        <c:crossAx val="182495104"/>
        <c:crosses val="autoZero"/>
        <c:auto val="1"/>
        <c:lblAlgn val="ctr"/>
        <c:lblOffset val="100"/>
        <c:noMultiLvlLbl val="0"/>
      </c:catAx>
      <c:valAx>
        <c:axId val="182495104"/>
        <c:scaling>
          <c:orientation val="minMax"/>
          <c:max val="1.5"/>
          <c:min val="-1.5"/>
        </c:scaling>
        <c:delete val="0"/>
        <c:axPos val="l"/>
        <c:majorGridlines/>
        <c:numFmt formatCode="General" sourceLinked="1"/>
        <c:majorTickMark val="out"/>
        <c:minorTickMark val="none"/>
        <c:tickLblPos val="nextTo"/>
        <c:crossAx val="182493568"/>
        <c:crosses val="autoZero"/>
        <c:crossBetween val="between"/>
      </c:valAx>
    </c:plotArea>
    <c:legend>
      <c:legendPos val="r"/>
      <c:layout/>
      <c:overlay val="0"/>
    </c:legend>
    <c:plotVisOnly val="1"/>
    <c:dispBlanksAs val="gap"/>
    <c:showDLblsOverMax val="0"/>
  </c:chart>
  <c:externalData r:id="rId2">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3316"/>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5373" y="0"/>
            <a:ext cx="2918831" cy="493316"/>
          </a:xfrm>
          <a:prstGeom prst="rect">
            <a:avLst/>
          </a:prstGeom>
        </p:spPr>
        <p:txBody>
          <a:bodyPr vert="horz" lIns="91440" tIns="45720" rIns="91440" bIns="45720" rtlCol="0"/>
          <a:lstStyle>
            <a:lvl1pPr algn="r">
              <a:defRPr sz="1200"/>
            </a:lvl1pPr>
          </a:lstStyle>
          <a:p>
            <a:fld id="{7F0BD894-FD3E-49CD-A7E6-2F6DA82917C9}" type="datetimeFigureOut">
              <a:rPr kumimoji="1" lang="ja-JP" altLang="en-US" smtClean="0"/>
              <a:t>2016/12/22</a:t>
            </a:fld>
            <a:endParaRPr kumimoji="1" lang="ja-JP" altLang="en-US"/>
          </a:p>
        </p:txBody>
      </p:sp>
      <p:sp>
        <p:nvSpPr>
          <p:cNvPr id="4" name="フッター プレースホルダー 3"/>
          <p:cNvSpPr>
            <a:spLocks noGrp="1"/>
          </p:cNvSpPr>
          <p:nvPr>
            <p:ph type="ftr" sz="quarter" idx="2"/>
          </p:nvPr>
        </p:nvSpPr>
        <p:spPr>
          <a:xfrm>
            <a:off x="0" y="9371285"/>
            <a:ext cx="2918831" cy="493316"/>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5373" y="9371285"/>
            <a:ext cx="2918831" cy="493316"/>
          </a:xfrm>
          <a:prstGeom prst="rect">
            <a:avLst/>
          </a:prstGeom>
        </p:spPr>
        <p:txBody>
          <a:bodyPr vert="horz" lIns="91440" tIns="45720" rIns="91440" bIns="45720" rtlCol="0" anchor="b"/>
          <a:lstStyle>
            <a:lvl1pPr algn="r">
              <a:defRPr sz="1200"/>
            </a:lvl1pPr>
          </a:lstStyle>
          <a:p>
            <a:fld id="{9C055EEA-6CF9-4BD9-B55A-C8AA4801DDD7}" type="slidenum">
              <a:rPr kumimoji="1" lang="ja-JP" altLang="en-US" smtClean="0"/>
              <a:t>‹#›</a:t>
            </a:fld>
            <a:endParaRPr kumimoji="1" lang="ja-JP" altLang="en-US"/>
          </a:p>
        </p:txBody>
      </p:sp>
    </p:spTree>
    <p:extLst>
      <p:ext uri="{BB962C8B-B14F-4D97-AF65-F5344CB8AC3E}">
        <p14:creationId xmlns:p14="http://schemas.microsoft.com/office/powerpoint/2010/main" val="333515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3316"/>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373" y="0"/>
            <a:ext cx="2918831" cy="493316"/>
          </a:xfrm>
          <a:prstGeom prst="rect">
            <a:avLst/>
          </a:prstGeom>
        </p:spPr>
        <p:txBody>
          <a:bodyPr vert="horz" lIns="91440" tIns="45720" rIns="91440" bIns="45720" rtlCol="0"/>
          <a:lstStyle>
            <a:lvl1pPr algn="r">
              <a:defRPr sz="1200"/>
            </a:lvl1pPr>
          </a:lstStyle>
          <a:p>
            <a:fld id="{F5606925-E083-483C-8B0E-6A48CABC27E7}" type="datetimeFigureOut">
              <a:rPr kumimoji="1" lang="ja-JP" altLang="en-US" smtClean="0"/>
              <a:t>2016/12/22</a:t>
            </a:fld>
            <a:endParaRPr kumimoji="1" lang="ja-JP" altLang="en-US"/>
          </a:p>
        </p:txBody>
      </p:sp>
      <p:sp>
        <p:nvSpPr>
          <p:cNvPr id="4" name="スライド イメージ プレースホルダー 3"/>
          <p:cNvSpPr>
            <a:spLocks noGrp="1" noRot="1" noChangeAspect="1"/>
          </p:cNvSpPr>
          <p:nvPr>
            <p:ph type="sldImg" idx="2"/>
          </p:nvPr>
        </p:nvSpPr>
        <p:spPr>
          <a:xfrm>
            <a:off x="901700" y="739775"/>
            <a:ext cx="4932363" cy="3700463"/>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3577" y="4686499"/>
            <a:ext cx="5388610" cy="4439841"/>
          </a:xfrm>
          <a:prstGeom prst="rect">
            <a:avLst/>
          </a:prstGeom>
        </p:spPr>
        <p:txBody>
          <a:bodyPr vert="horz" lIns="91440" tIns="45720" rIns="91440" bIns="45720" rtlCol="0"/>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ー 5"/>
          <p:cNvSpPr>
            <a:spLocks noGrp="1"/>
          </p:cNvSpPr>
          <p:nvPr>
            <p:ph type="ftr" sz="quarter" idx="4"/>
          </p:nvPr>
        </p:nvSpPr>
        <p:spPr>
          <a:xfrm>
            <a:off x="0" y="9371285"/>
            <a:ext cx="2918831" cy="493316"/>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373" y="9371285"/>
            <a:ext cx="2918831" cy="493316"/>
          </a:xfrm>
          <a:prstGeom prst="rect">
            <a:avLst/>
          </a:prstGeom>
        </p:spPr>
        <p:txBody>
          <a:bodyPr vert="horz" lIns="91440" tIns="45720" rIns="91440" bIns="45720" rtlCol="0" anchor="b"/>
          <a:lstStyle>
            <a:lvl1pPr algn="r">
              <a:defRPr sz="1200"/>
            </a:lvl1pPr>
          </a:lstStyle>
          <a:p>
            <a:fld id="{81E7BE08-976C-4427-A0AF-D88E38219BC0}" type="slidenum">
              <a:rPr kumimoji="1" lang="ja-JP" altLang="en-US" smtClean="0"/>
              <a:t>‹#›</a:t>
            </a:fld>
            <a:endParaRPr kumimoji="1" lang="ja-JP" altLang="en-US"/>
          </a:p>
        </p:txBody>
      </p:sp>
    </p:spTree>
    <p:extLst>
      <p:ext uri="{BB962C8B-B14F-4D97-AF65-F5344CB8AC3E}">
        <p14:creationId xmlns:p14="http://schemas.microsoft.com/office/powerpoint/2010/main" val="368461477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これから入力デバイスに水を用いて音を生成するアート作品について</a:t>
            </a:r>
            <a:r>
              <a:rPr kumimoji="1" lang="en-US" altLang="ja-JP" dirty="0" smtClean="0"/>
              <a:t>4</a:t>
            </a:r>
            <a:r>
              <a:rPr kumimoji="1" lang="ja-JP" altLang="en-US" dirty="0" smtClean="0"/>
              <a:t>番上山明江と</a:t>
            </a:r>
            <a:r>
              <a:rPr kumimoji="1" lang="en-US" altLang="ja-JP" dirty="0" smtClean="0"/>
              <a:t>19</a:t>
            </a:r>
            <a:r>
              <a:rPr kumimoji="1" lang="ja-JP" altLang="en-US" dirty="0" smtClean="0"/>
              <a:t>番東山真実が発表します</a:t>
            </a:r>
            <a:endParaRPr kumimoji="1" lang="ja-JP" altLang="en-US" dirty="0"/>
          </a:p>
        </p:txBody>
      </p:sp>
      <p:sp>
        <p:nvSpPr>
          <p:cNvPr id="4" name="スライド番号プレースホルダー 3"/>
          <p:cNvSpPr>
            <a:spLocks noGrp="1"/>
          </p:cNvSpPr>
          <p:nvPr>
            <p:ph type="sldNum" sz="quarter" idx="10"/>
          </p:nvPr>
        </p:nvSpPr>
        <p:spPr/>
        <p:txBody>
          <a:bodyPr/>
          <a:lstStyle/>
          <a:p>
            <a:fld id="{81E7BE08-976C-4427-A0AF-D88E38219BC0}" type="slidenum">
              <a:rPr kumimoji="1" lang="ja-JP" altLang="en-US" smtClean="0"/>
              <a:t>1</a:t>
            </a:fld>
            <a:endParaRPr kumimoji="1" lang="ja-JP" altLang="en-US"/>
          </a:p>
        </p:txBody>
      </p:sp>
    </p:spTree>
    <p:extLst>
      <p:ext uri="{BB962C8B-B14F-4D97-AF65-F5344CB8AC3E}">
        <p14:creationId xmlns:p14="http://schemas.microsoft.com/office/powerpoint/2010/main" val="22559955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目的です。</a:t>
            </a:r>
            <a:endParaRPr kumimoji="1" lang="en-US" altLang="ja-JP" dirty="0" smtClean="0"/>
          </a:p>
          <a:p>
            <a:r>
              <a:rPr kumimoji="1" lang="ja-JP" altLang="en-US" dirty="0" smtClean="0"/>
              <a:t>私たち</a:t>
            </a:r>
            <a:r>
              <a:rPr kumimoji="1" lang="ja-JP" altLang="en-US" dirty="0" smtClean="0"/>
              <a:t>が今回このテーマを選定した理由は、フィジカルコンピューティング手法を用いたアート作品を作成するのと同時に、フィジカルコンピューティングによって、ソフトウェアとハードウェア両方の知識を身に着けて技術向上を図ることです</a:t>
            </a:r>
            <a:r>
              <a:rPr kumimoji="1" lang="ja-JP" altLang="en-US" dirty="0" smtClean="0"/>
              <a:t>。</a:t>
            </a:r>
            <a:endParaRPr kumimoji="1" lang="en-US" altLang="ja-JP" dirty="0" smtClean="0"/>
          </a:p>
          <a:p>
            <a:r>
              <a:rPr kumimoji="1" lang="ja-JP" altLang="en-US" dirty="0" smtClean="0"/>
              <a:t>過去にフィジカルコンピューティングを題材にした卒業研究があることを知り、その内容に興味を持ったことから、私たちも研究してみたいと考えました。</a:t>
            </a:r>
            <a:endParaRPr kumimoji="1" lang="en-US" altLang="ja-JP" dirty="0" smtClean="0"/>
          </a:p>
          <a:p>
            <a:endParaRPr kumimoji="1" lang="ja-JP" altLang="en-US" dirty="0"/>
          </a:p>
        </p:txBody>
      </p:sp>
      <p:sp>
        <p:nvSpPr>
          <p:cNvPr id="4" name="スライド番号プレースホルダー 3"/>
          <p:cNvSpPr>
            <a:spLocks noGrp="1"/>
          </p:cNvSpPr>
          <p:nvPr>
            <p:ph type="sldNum" sz="quarter" idx="10"/>
          </p:nvPr>
        </p:nvSpPr>
        <p:spPr/>
        <p:txBody>
          <a:bodyPr/>
          <a:lstStyle/>
          <a:p>
            <a:fld id="{81E7BE08-976C-4427-A0AF-D88E38219BC0}" type="slidenum">
              <a:rPr kumimoji="1" lang="ja-JP" altLang="en-US" smtClean="0"/>
              <a:t>2</a:t>
            </a:fld>
            <a:endParaRPr kumimoji="1" lang="ja-JP" altLang="en-US"/>
          </a:p>
        </p:txBody>
      </p:sp>
    </p:spTree>
    <p:extLst>
      <p:ext uri="{BB962C8B-B14F-4D97-AF65-F5344CB8AC3E}">
        <p14:creationId xmlns:p14="http://schemas.microsoft.com/office/powerpoint/2010/main" val="4810216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dirty="0" smtClean="0"/>
              <a:t>研究概要です。</a:t>
            </a:r>
            <a:endParaRPr kumimoji="1" lang="en-US" altLang="ja-JP" dirty="0" smtClean="0"/>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dirty="0" smtClean="0"/>
              <a:t>まずは</a:t>
            </a:r>
            <a:r>
              <a:rPr kumimoji="1" lang="en-US" altLang="ja-JP" dirty="0" err="1" smtClean="0"/>
              <a:t>Arduino</a:t>
            </a:r>
            <a:r>
              <a:rPr kumimoji="1" lang="ja-JP" altLang="en-US" dirty="0" smtClean="0"/>
              <a:t>や</a:t>
            </a:r>
            <a:r>
              <a:rPr kumimoji="1" lang="en-US" altLang="ja-JP" dirty="0" err="1" smtClean="0"/>
              <a:t>PureData</a:t>
            </a:r>
            <a:r>
              <a:rPr kumimoji="1" lang="ja-JP" altLang="en-US" dirty="0" smtClean="0"/>
              <a:t>の研究や動作確認です。</a:t>
            </a:r>
            <a:endParaRPr kumimoji="1" lang="en-US" altLang="ja-JP" dirty="0" smtClean="0"/>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dirty="0" smtClean="0"/>
              <a:t>また、完成形をどのようにするのかを考えます。</a:t>
            </a:r>
            <a:endParaRPr kumimoji="1" lang="en-US" altLang="ja-JP" dirty="0" smtClean="0"/>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dirty="0" smtClean="0"/>
              <a:t>完成イメージに沿ってハードウェアを組み立てて一つのアート作品としたいので、そのためにどんな物が必要になるかを考慮して材料の発注・加工を進めます。</a:t>
            </a:r>
            <a:endParaRPr kumimoji="1" lang="en-US" altLang="ja-JP" dirty="0" smtClean="0"/>
          </a:p>
          <a:p>
            <a:endParaRPr kumimoji="1" lang="ja-JP" altLang="en-US" dirty="0"/>
          </a:p>
        </p:txBody>
      </p:sp>
      <p:sp>
        <p:nvSpPr>
          <p:cNvPr id="4" name="スライド番号プレースホルダー 3"/>
          <p:cNvSpPr>
            <a:spLocks noGrp="1"/>
          </p:cNvSpPr>
          <p:nvPr>
            <p:ph type="sldNum" sz="quarter" idx="10"/>
          </p:nvPr>
        </p:nvSpPr>
        <p:spPr/>
        <p:txBody>
          <a:bodyPr/>
          <a:lstStyle/>
          <a:p>
            <a:fld id="{81E7BE08-976C-4427-A0AF-D88E38219BC0}" type="slidenum">
              <a:rPr kumimoji="1" lang="ja-JP" altLang="en-US" smtClean="0"/>
              <a:t>3</a:t>
            </a:fld>
            <a:endParaRPr kumimoji="1" lang="ja-JP" altLang="en-US"/>
          </a:p>
        </p:txBody>
      </p:sp>
    </p:spTree>
    <p:extLst>
      <p:ext uri="{BB962C8B-B14F-4D97-AF65-F5344CB8AC3E}">
        <p14:creationId xmlns:p14="http://schemas.microsoft.com/office/powerpoint/2010/main" val="33849213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フィジカルコンピューティング</a:t>
            </a:r>
            <a:r>
              <a:rPr kumimoji="1" lang="ja-JP" altLang="en-US" dirty="0" smtClean="0"/>
              <a:t>について</a:t>
            </a:r>
            <a:r>
              <a:rPr kumimoji="1" lang="ja-JP" altLang="en-US" dirty="0" smtClean="0"/>
              <a:t>は資料にある通り、</a:t>
            </a:r>
            <a:r>
              <a:rPr kumimoji="1" lang="ja-JP" altLang="en-US" dirty="0" smtClean="0"/>
              <a:t>アート分野から始まり現在では広く浸透して</a:t>
            </a:r>
            <a:r>
              <a:rPr kumimoji="1" lang="ja-JP" altLang="en-US" dirty="0" smtClean="0"/>
              <a:t>いる分野です。</a:t>
            </a:r>
            <a:endParaRPr kumimoji="1" lang="en-US" altLang="ja-JP" dirty="0" smtClean="0"/>
          </a:p>
          <a:p>
            <a:r>
              <a:rPr kumimoji="1" lang="ja-JP" altLang="en-US" dirty="0" smtClean="0"/>
              <a:t>ニューヨークの大学から始まった教育プログラム、教育方針ともいわれて</a:t>
            </a:r>
            <a:r>
              <a:rPr kumimoji="1" lang="ja-JP" altLang="en-US" dirty="0" smtClean="0"/>
              <a:t>います。</a:t>
            </a:r>
            <a:endParaRPr kumimoji="1" lang="en-US" altLang="ja-JP" dirty="0" smtClean="0"/>
          </a:p>
          <a:p>
            <a:r>
              <a:rPr kumimoji="1" lang="ja-JP" altLang="en-US" dirty="0" smtClean="0"/>
              <a:t>センサ</a:t>
            </a:r>
            <a:r>
              <a:rPr kumimoji="1" lang="ja-JP" altLang="en-US" dirty="0" smtClean="0"/>
              <a:t>、ハードウェア、ソフトウェアの組み合わせによる物理的なシステム</a:t>
            </a:r>
            <a:r>
              <a:rPr kumimoji="1" lang="ja-JP" altLang="en-US" dirty="0" smtClean="0"/>
              <a:t>構築で、人間の動作や環境の変化をセンサで読み込み、それをコンピュータで処理を加えることで、音や光などの出力を得るシステムのことです。</a:t>
            </a:r>
            <a:endParaRPr kumimoji="1" lang="ja-JP" altLang="en-US" dirty="0"/>
          </a:p>
        </p:txBody>
      </p:sp>
      <p:sp>
        <p:nvSpPr>
          <p:cNvPr id="4" name="スライド番号プレースホルダー 3"/>
          <p:cNvSpPr>
            <a:spLocks noGrp="1"/>
          </p:cNvSpPr>
          <p:nvPr>
            <p:ph type="sldNum" sz="quarter" idx="10"/>
          </p:nvPr>
        </p:nvSpPr>
        <p:spPr/>
        <p:txBody>
          <a:bodyPr/>
          <a:lstStyle/>
          <a:p>
            <a:fld id="{81E7BE08-976C-4427-A0AF-D88E38219BC0}" type="slidenum">
              <a:rPr kumimoji="1" lang="ja-JP" altLang="en-US" smtClean="0"/>
              <a:t>4</a:t>
            </a:fld>
            <a:endParaRPr kumimoji="1" lang="ja-JP" altLang="en-US"/>
          </a:p>
        </p:txBody>
      </p:sp>
    </p:spTree>
    <p:extLst>
      <p:ext uri="{BB962C8B-B14F-4D97-AF65-F5344CB8AC3E}">
        <p14:creationId xmlns:p14="http://schemas.microsoft.com/office/powerpoint/2010/main" val="3349690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完成</a:t>
            </a:r>
            <a:r>
              <a:rPr kumimoji="1" lang="ja-JP" altLang="en-US" dirty="0" smtClean="0"/>
              <a:t>イメージです。</a:t>
            </a:r>
            <a:endParaRPr kumimoji="1" lang="en-US" altLang="ja-JP" dirty="0" smtClean="0"/>
          </a:p>
          <a:p>
            <a:r>
              <a:rPr kumimoji="1" lang="ja-JP" altLang="en-US" dirty="0" smtClean="0"/>
              <a:t>水</a:t>
            </a:r>
            <a:r>
              <a:rPr kumimoji="1" lang="ja-JP" altLang="en-US" dirty="0" smtClean="0"/>
              <a:t>を透明な容器に入れて、上からライトを当て続けた</a:t>
            </a:r>
            <a:r>
              <a:rPr kumimoji="1" lang="ja-JP" altLang="en-US" dirty="0" smtClean="0"/>
              <a:t>状態にします。</a:t>
            </a:r>
            <a:endParaRPr kumimoji="1" lang="en-US" altLang="ja-JP" dirty="0" smtClean="0"/>
          </a:p>
          <a:p>
            <a:r>
              <a:rPr kumimoji="1" lang="ja-JP" altLang="en-US" dirty="0" smtClean="0"/>
              <a:t>体験者は「</a:t>
            </a:r>
            <a:r>
              <a:rPr kumimoji="1" lang="ja-JP" altLang="en-US" dirty="0" smtClean="0"/>
              <a:t>容器の上に手をかざす」「水に触れる」「水をかき混ぜる」等の入力方法で光に変化を</a:t>
            </a:r>
            <a:r>
              <a:rPr kumimoji="1" lang="ja-JP" altLang="en-US" dirty="0" smtClean="0"/>
              <a:t>与えます。</a:t>
            </a:r>
            <a:endParaRPr kumimoji="1" lang="en-US" altLang="ja-JP" dirty="0" smtClean="0"/>
          </a:p>
          <a:p>
            <a:r>
              <a:rPr kumimoji="1" lang="ja-JP" altLang="en-US" dirty="0" smtClean="0"/>
              <a:t>容器</a:t>
            </a:r>
            <a:r>
              <a:rPr kumimoji="1" lang="ja-JP" altLang="en-US" dirty="0" smtClean="0"/>
              <a:t>の下に設置された光</a:t>
            </a:r>
            <a:r>
              <a:rPr kumimoji="1" lang="ja-JP" altLang="en-US" dirty="0" smtClean="0"/>
              <a:t>センサは容器中の水から光</a:t>
            </a:r>
            <a:r>
              <a:rPr kumimoji="1" lang="ja-JP" altLang="en-US" dirty="0" smtClean="0"/>
              <a:t>の変化を検出</a:t>
            </a:r>
            <a:r>
              <a:rPr kumimoji="1" lang="ja-JP" altLang="en-US" dirty="0" smtClean="0"/>
              <a:t>します。</a:t>
            </a:r>
            <a:endParaRPr kumimoji="1" lang="en-US" altLang="ja-JP" dirty="0" smtClean="0"/>
          </a:p>
          <a:p>
            <a:r>
              <a:rPr kumimoji="1" lang="ja-JP" altLang="en-US" dirty="0" smtClean="0"/>
              <a:t>その変化を制御</a:t>
            </a:r>
            <a:r>
              <a:rPr kumimoji="1" lang="ja-JP" altLang="en-US" dirty="0" smtClean="0"/>
              <a:t>装置の</a:t>
            </a:r>
            <a:r>
              <a:rPr kumimoji="1" lang="en-US" altLang="ja-JP" dirty="0" err="1" smtClean="0"/>
              <a:t>Arduino</a:t>
            </a:r>
            <a:r>
              <a:rPr kumimoji="1" lang="ja-JP" altLang="en-US" dirty="0" smtClean="0"/>
              <a:t>を介して</a:t>
            </a:r>
            <a:r>
              <a:rPr kumimoji="1" lang="en-US" altLang="ja-JP" dirty="0" smtClean="0"/>
              <a:t>PC</a:t>
            </a:r>
            <a:r>
              <a:rPr kumimoji="1" lang="ja-JP" altLang="en-US" dirty="0" smtClean="0"/>
              <a:t>に値が送られる仕組みになっています</a:t>
            </a:r>
            <a:r>
              <a:rPr kumimoji="1" lang="ja-JP" altLang="en-US" dirty="0" smtClean="0"/>
              <a:t>。</a:t>
            </a:r>
            <a:endParaRPr kumimoji="1" lang="en-US" altLang="ja-JP" dirty="0" smtClean="0"/>
          </a:p>
          <a:p>
            <a:r>
              <a:rPr kumimoji="1" lang="en-US" altLang="ja-JP" dirty="0" smtClean="0"/>
              <a:t>PC</a:t>
            </a:r>
            <a:r>
              <a:rPr kumimoji="1" lang="ja-JP" altLang="en-US" dirty="0" smtClean="0"/>
              <a:t>では送られてきた情報を</a:t>
            </a:r>
            <a:r>
              <a:rPr kumimoji="1" lang="en-US" altLang="ja-JP" dirty="0" err="1" smtClean="0"/>
              <a:t>PureData</a:t>
            </a:r>
            <a:r>
              <a:rPr kumimoji="1" lang="ja-JP" altLang="en-US" dirty="0" smtClean="0"/>
              <a:t>で音の情報に変換</a:t>
            </a:r>
            <a:r>
              <a:rPr kumimoji="1" lang="ja-JP" altLang="en-US" dirty="0" smtClean="0"/>
              <a:t>して、スピーカーに送ります</a:t>
            </a:r>
            <a:r>
              <a:rPr kumimoji="1" lang="ja-JP" altLang="en-US" dirty="0" smtClean="0"/>
              <a:t>。</a:t>
            </a:r>
            <a:endParaRPr kumimoji="1" lang="en-US" altLang="ja-JP" dirty="0" smtClean="0"/>
          </a:p>
          <a:p>
            <a:r>
              <a:rPr kumimoji="1" lang="ja-JP" altLang="en-US" dirty="0" smtClean="0"/>
              <a:t>この</a:t>
            </a:r>
            <a:r>
              <a:rPr kumimoji="1" lang="ja-JP" altLang="en-US" dirty="0" smtClean="0"/>
              <a:t>一連の流れから、水に動きを付けることで音と光の演出がみられるようになります。</a:t>
            </a:r>
            <a:endParaRPr kumimoji="1" lang="ja-JP" altLang="en-US" dirty="0"/>
          </a:p>
        </p:txBody>
      </p:sp>
      <p:sp>
        <p:nvSpPr>
          <p:cNvPr id="4" name="スライド番号プレースホルダー 3"/>
          <p:cNvSpPr>
            <a:spLocks noGrp="1"/>
          </p:cNvSpPr>
          <p:nvPr>
            <p:ph type="sldNum" sz="quarter" idx="10"/>
          </p:nvPr>
        </p:nvSpPr>
        <p:spPr/>
        <p:txBody>
          <a:bodyPr/>
          <a:lstStyle/>
          <a:p>
            <a:fld id="{81E7BE08-976C-4427-A0AF-D88E38219BC0}" type="slidenum">
              <a:rPr kumimoji="1" lang="ja-JP" altLang="en-US" smtClean="0"/>
              <a:t>5</a:t>
            </a:fld>
            <a:endParaRPr kumimoji="1" lang="ja-JP" altLang="en-US"/>
          </a:p>
        </p:txBody>
      </p:sp>
    </p:spTree>
    <p:extLst>
      <p:ext uri="{BB962C8B-B14F-4D97-AF65-F5344CB8AC3E}">
        <p14:creationId xmlns:p14="http://schemas.microsoft.com/office/powerpoint/2010/main" val="38005651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今回使用するハードウェアについて紹介します。</a:t>
            </a:r>
            <a:endParaRPr kumimoji="1" lang="en-US" altLang="ja-JP" dirty="0" smtClean="0"/>
          </a:p>
          <a:p>
            <a:r>
              <a:rPr kumimoji="1" lang="ja-JP" altLang="en-US" dirty="0" smtClean="0"/>
              <a:t>私たちは制御装置に</a:t>
            </a:r>
            <a:r>
              <a:rPr kumimoji="1" lang="en-US" altLang="ja-JP" dirty="0" err="1" smtClean="0"/>
              <a:t>Arduino</a:t>
            </a:r>
            <a:r>
              <a:rPr kumimoji="1" lang="en-US" altLang="ja-JP" dirty="0" smtClean="0"/>
              <a:t> Mega</a:t>
            </a:r>
            <a:r>
              <a:rPr kumimoji="1" lang="ja-JP" altLang="en-US" baseline="0" dirty="0" smtClean="0"/>
              <a:t>を使用します。</a:t>
            </a:r>
            <a:endParaRPr kumimoji="1" lang="en-US" altLang="ja-JP" baseline="0" dirty="0" smtClean="0"/>
          </a:p>
          <a:p>
            <a:r>
              <a:rPr kumimoji="1" lang="ja-JP" altLang="en-US" baseline="0" dirty="0" smtClean="0"/>
              <a:t>こちらは普通の</a:t>
            </a:r>
            <a:r>
              <a:rPr kumimoji="1" lang="en-US" altLang="ja-JP" baseline="0" dirty="0" err="1" smtClean="0"/>
              <a:t>Arduino</a:t>
            </a:r>
            <a:r>
              <a:rPr kumimoji="1" lang="ja-JP" altLang="en-US" baseline="0" dirty="0" smtClean="0"/>
              <a:t>に比べてピンが多いのが特徴です。</a:t>
            </a:r>
            <a:endParaRPr kumimoji="1" lang="ja-JP" altLang="en-US" dirty="0"/>
          </a:p>
        </p:txBody>
      </p:sp>
      <p:sp>
        <p:nvSpPr>
          <p:cNvPr id="4" name="スライド番号プレースホルダー 3"/>
          <p:cNvSpPr>
            <a:spLocks noGrp="1"/>
          </p:cNvSpPr>
          <p:nvPr>
            <p:ph type="sldNum" sz="quarter" idx="10"/>
          </p:nvPr>
        </p:nvSpPr>
        <p:spPr/>
        <p:txBody>
          <a:bodyPr/>
          <a:lstStyle/>
          <a:p>
            <a:fld id="{81E7BE08-976C-4427-A0AF-D88E38219BC0}" type="slidenum">
              <a:rPr kumimoji="1" lang="ja-JP" altLang="en-US" smtClean="0"/>
              <a:t>6</a:t>
            </a:fld>
            <a:endParaRPr kumimoji="1" lang="ja-JP" altLang="en-US"/>
          </a:p>
        </p:txBody>
      </p:sp>
    </p:spTree>
    <p:extLst>
      <p:ext uri="{BB962C8B-B14F-4D97-AF65-F5344CB8AC3E}">
        <p14:creationId xmlns:p14="http://schemas.microsoft.com/office/powerpoint/2010/main" val="144984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こちらは</a:t>
            </a:r>
            <a:r>
              <a:rPr kumimoji="1" lang="en-US" altLang="ja-JP" dirty="0" err="1" smtClean="0"/>
              <a:t>Arduino</a:t>
            </a:r>
            <a:r>
              <a:rPr kumimoji="1" lang="ja-JP" altLang="en-US" dirty="0" smtClean="0"/>
              <a:t>にイーサネットシールドを取り付けたものです。</a:t>
            </a:r>
            <a:endParaRPr kumimoji="1" lang="en-US" altLang="ja-JP" dirty="0" smtClean="0"/>
          </a:p>
          <a:p>
            <a:r>
              <a:rPr kumimoji="1" lang="ja-JP" altLang="en-US" dirty="0" smtClean="0"/>
              <a:t>制御装置である</a:t>
            </a:r>
            <a:r>
              <a:rPr kumimoji="1" lang="en-US" altLang="ja-JP" dirty="0" err="1" smtClean="0"/>
              <a:t>Arduino</a:t>
            </a:r>
            <a:r>
              <a:rPr kumimoji="1" lang="ja-JP" altLang="en-US" dirty="0" smtClean="0"/>
              <a:t>をホストとネットワークで通信させるために、イーサネットシールドと接続することで機能の拡張をしました</a:t>
            </a:r>
            <a:r>
              <a:rPr kumimoji="1" lang="ja-JP" altLang="en-US" dirty="0" smtClean="0"/>
              <a:t>。</a:t>
            </a:r>
            <a:endParaRPr kumimoji="1" lang="en-US" altLang="ja-JP" dirty="0" smtClean="0"/>
          </a:p>
          <a:p>
            <a:r>
              <a:rPr kumimoji="1" lang="ja-JP" altLang="en-US" dirty="0" smtClean="0"/>
              <a:t>こちらの画像では、</a:t>
            </a:r>
            <a:r>
              <a:rPr kumimoji="1" lang="en-US" altLang="ja-JP" dirty="0" err="1" smtClean="0"/>
              <a:t>Arduino</a:t>
            </a:r>
            <a:r>
              <a:rPr kumimoji="1" lang="ja-JP" altLang="en-US" dirty="0" smtClean="0"/>
              <a:t>の上に取り付けたイーサネットシールドから</a:t>
            </a:r>
            <a:r>
              <a:rPr kumimoji="1" lang="en-US" altLang="ja-JP" dirty="0" smtClean="0"/>
              <a:t>LAN</a:t>
            </a:r>
            <a:r>
              <a:rPr kumimoji="1" lang="ja-JP" altLang="en-US" dirty="0" smtClean="0"/>
              <a:t>ケーブルが伸びていることが分かります。</a:t>
            </a:r>
            <a:endParaRPr kumimoji="1" lang="ja-JP" altLang="en-US" dirty="0"/>
          </a:p>
        </p:txBody>
      </p:sp>
      <p:sp>
        <p:nvSpPr>
          <p:cNvPr id="4" name="スライド番号プレースホルダー 3"/>
          <p:cNvSpPr>
            <a:spLocks noGrp="1"/>
          </p:cNvSpPr>
          <p:nvPr>
            <p:ph type="sldNum" sz="quarter" idx="10"/>
          </p:nvPr>
        </p:nvSpPr>
        <p:spPr/>
        <p:txBody>
          <a:bodyPr/>
          <a:lstStyle/>
          <a:p>
            <a:fld id="{81E7BE08-976C-4427-A0AF-D88E38219BC0}" type="slidenum">
              <a:rPr kumimoji="1" lang="ja-JP" altLang="en-US" smtClean="0"/>
              <a:t>7</a:t>
            </a:fld>
            <a:endParaRPr kumimoji="1" lang="ja-JP" altLang="en-US"/>
          </a:p>
        </p:txBody>
      </p:sp>
    </p:spTree>
    <p:extLst>
      <p:ext uri="{BB962C8B-B14F-4D97-AF65-F5344CB8AC3E}">
        <p14:creationId xmlns:p14="http://schemas.microsoft.com/office/powerpoint/2010/main" val="41250627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開発環境はご覧のとおりです。</a:t>
            </a:r>
            <a:endParaRPr kumimoji="1" lang="en-US" altLang="ja-JP" dirty="0" smtClean="0"/>
          </a:p>
          <a:p>
            <a:r>
              <a:rPr kumimoji="1" lang="ja-JP" altLang="en-US" dirty="0" smtClean="0"/>
              <a:t>テーマ発表時はこのほかにも</a:t>
            </a:r>
            <a:r>
              <a:rPr kumimoji="1" lang="en-US" altLang="ja-JP" dirty="0" smtClean="0"/>
              <a:t>Processing</a:t>
            </a:r>
            <a:r>
              <a:rPr kumimoji="1" lang="ja-JP" altLang="en-US" dirty="0" smtClean="0"/>
              <a:t>という環境を用いてＰＣの画面上にグラフィカルな映像を出力する予定で、そのための学習をしていました。</a:t>
            </a:r>
            <a:endParaRPr kumimoji="1" lang="en-US" altLang="ja-JP" dirty="0" smtClean="0"/>
          </a:p>
          <a:p>
            <a:r>
              <a:rPr kumimoji="1" lang="ja-JP" altLang="en-US" dirty="0" smtClean="0"/>
              <a:t>しかし今回の研究は“音と光のアート作品”というテーマであったので</a:t>
            </a:r>
            <a:r>
              <a:rPr kumimoji="1" lang="en-US" altLang="ja-JP" dirty="0" smtClean="0"/>
              <a:t>Processing</a:t>
            </a:r>
            <a:r>
              <a:rPr kumimoji="1" lang="ja-JP" altLang="en-US" dirty="0" smtClean="0"/>
              <a:t>を使う必要性が薄れたために断念するという結果になりました。</a:t>
            </a:r>
            <a:endParaRPr kumimoji="1" lang="ja-JP" altLang="en-US" dirty="0"/>
          </a:p>
        </p:txBody>
      </p:sp>
      <p:sp>
        <p:nvSpPr>
          <p:cNvPr id="4" name="スライド番号プレースホルダー 3"/>
          <p:cNvSpPr>
            <a:spLocks noGrp="1"/>
          </p:cNvSpPr>
          <p:nvPr>
            <p:ph type="sldNum" sz="quarter" idx="10"/>
          </p:nvPr>
        </p:nvSpPr>
        <p:spPr/>
        <p:txBody>
          <a:bodyPr/>
          <a:lstStyle/>
          <a:p>
            <a:fld id="{81E7BE08-976C-4427-A0AF-D88E38219BC0}" type="slidenum">
              <a:rPr kumimoji="1" lang="ja-JP" altLang="en-US" smtClean="0"/>
              <a:t>8</a:t>
            </a:fld>
            <a:endParaRPr kumimoji="1" lang="ja-JP" altLang="en-US"/>
          </a:p>
        </p:txBody>
      </p:sp>
    </p:spTree>
    <p:extLst>
      <p:ext uri="{BB962C8B-B14F-4D97-AF65-F5344CB8AC3E}">
        <p14:creationId xmlns:p14="http://schemas.microsoft.com/office/powerpoint/2010/main" val="20526567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次に、</a:t>
            </a:r>
            <a:r>
              <a:rPr kumimoji="1" lang="en-US" altLang="ja-JP" dirty="0" smtClean="0"/>
              <a:t>OSC</a:t>
            </a:r>
            <a:r>
              <a:rPr kumimoji="1" lang="ja-JP" altLang="en-US" dirty="0" smtClean="0"/>
              <a:t>という通信プロトコルについて説明します。</a:t>
            </a:r>
            <a:endParaRPr kumimoji="1" lang="en-US" altLang="ja-JP" dirty="0" smtClean="0"/>
          </a:p>
          <a:p>
            <a:r>
              <a:rPr kumimoji="1" lang="en-US" altLang="ja-JP" dirty="0" smtClean="0"/>
              <a:t>OSC</a:t>
            </a:r>
            <a:r>
              <a:rPr kumimoji="1" lang="ja-JP" altLang="en-US" dirty="0" smtClean="0"/>
              <a:t>とは</a:t>
            </a:r>
            <a:r>
              <a:rPr kumimoji="1" lang="en-US" altLang="ja-JP" dirty="0" err="1" smtClean="0"/>
              <a:t>OpenSoundControl</a:t>
            </a:r>
            <a:r>
              <a:rPr kumimoji="1" lang="ja-JP" altLang="en-US" dirty="0" smtClean="0"/>
              <a:t>の略語になります。</a:t>
            </a:r>
            <a:endParaRPr kumimoji="1" lang="en-US" altLang="ja-JP" dirty="0" smtClean="0"/>
          </a:p>
          <a:p>
            <a:r>
              <a:rPr kumimoji="1" lang="ja-JP" altLang="en-US" dirty="0" smtClean="0"/>
              <a:t>一般的に</a:t>
            </a:r>
            <a:r>
              <a:rPr kumimoji="1" lang="en-US" altLang="ja-JP" dirty="0" smtClean="0"/>
              <a:t>OSC</a:t>
            </a:r>
            <a:r>
              <a:rPr kumimoji="1" lang="ja-JP" altLang="en-US" dirty="0" smtClean="0"/>
              <a:t>のメッセージは、</a:t>
            </a:r>
            <a:r>
              <a:rPr kumimoji="1" lang="en-US" altLang="ja-JP" dirty="0" smtClean="0"/>
              <a:t>OSC</a:t>
            </a:r>
            <a:r>
              <a:rPr kumimoji="1" lang="ja-JP" altLang="en-US" dirty="0" smtClean="0"/>
              <a:t>アドレスと</a:t>
            </a:r>
            <a:r>
              <a:rPr kumimoji="1" lang="en-US" altLang="ja-JP" dirty="0" smtClean="0"/>
              <a:t>OSC</a:t>
            </a:r>
            <a:r>
              <a:rPr kumimoji="1" lang="ja-JP" altLang="en-US" dirty="0" smtClean="0"/>
              <a:t>引数の大きく二つの部分からなります。</a:t>
            </a:r>
            <a:endParaRPr kumimoji="1" lang="en-US" altLang="ja-JP" dirty="0" smtClean="0"/>
          </a:p>
          <a:p>
            <a:r>
              <a:rPr kumimoji="1" lang="en-US" altLang="ja-JP" dirty="0" smtClean="0"/>
              <a:t>OSC</a:t>
            </a:r>
            <a:r>
              <a:rPr kumimoji="1" lang="ja-JP" altLang="en-US" dirty="0" smtClean="0"/>
              <a:t>アドレスは</a:t>
            </a:r>
            <a:r>
              <a:rPr kumimoji="1" lang="ja-JP" altLang="en-US" sz="1200" b="0" i="0" kern="1200" dirty="0" smtClean="0">
                <a:solidFill>
                  <a:schemeClr val="tx1"/>
                </a:solidFill>
                <a:effectLst/>
                <a:latin typeface="+mn-lt"/>
                <a:ea typeface="+mn-ea"/>
                <a:cs typeface="+mn-cs"/>
              </a:rPr>
              <a:t>メッセージの種別を示すものです。「</a:t>
            </a:r>
            <a:r>
              <a:rPr kumimoji="1" lang="en-US" altLang="ja-JP" sz="1200" b="0" i="0" kern="1200" dirty="0" smtClean="0">
                <a:solidFill>
                  <a:schemeClr val="tx1"/>
                </a:solidFill>
                <a:effectLst/>
                <a:latin typeface="+mn-lt"/>
                <a:ea typeface="+mn-ea"/>
                <a:cs typeface="+mn-cs"/>
              </a:rPr>
              <a:t>/</a:t>
            </a:r>
            <a:r>
              <a:rPr kumimoji="1" lang="ja-JP" altLang="en-US" sz="1200" b="0" i="0" kern="1200" dirty="0" smtClean="0">
                <a:solidFill>
                  <a:schemeClr val="tx1"/>
                </a:solidFill>
                <a:effectLst/>
                <a:latin typeface="+mn-lt"/>
                <a:ea typeface="+mn-ea"/>
                <a:cs typeface="+mn-cs"/>
              </a:rPr>
              <a:t>」で区切って階層構造を作ることが可能なので、複雑な通信でも見やすい形で通信フォーマットを作成することが可能です。</a:t>
            </a:r>
            <a:endParaRPr kumimoji="1" lang="en-US" altLang="ja-JP" dirty="0" smtClean="0"/>
          </a:p>
          <a:p>
            <a:r>
              <a:rPr kumimoji="1" lang="en-US" altLang="ja-JP" dirty="0" smtClean="0"/>
              <a:t>OSC</a:t>
            </a:r>
            <a:r>
              <a:rPr kumimoji="1" lang="ja-JP" altLang="en-US" dirty="0" smtClean="0"/>
              <a:t>引数は</a:t>
            </a:r>
            <a:r>
              <a:rPr kumimoji="1" lang="ja-JP" altLang="en-US" sz="1200" b="0" i="0" kern="1200" dirty="0" smtClean="0">
                <a:solidFill>
                  <a:schemeClr val="tx1"/>
                </a:solidFill>
                <a:effectLst/>
                <a:latin typeface="+mn-lt"/>
                <a:ea typeface="+mn-ea"/>
                <a:cs typeface="+mn-cs"/>
              </a:rPr>
              <a:t>メッセージの内容です</a:t>
            </a:r>
            <a:r>
              <a:rPr kumimoji="1" lang="ja-JP" altLang="en-US" sz="1200" b="0" i="0" kern="1200" dirty="0" smtClean="0">
                <a:solidFill>
                  <a:schemeClr val="tx1"/>
                </a:solidFill>
                <a:effectLst/>
                <a:latin typeface="+mn-lt"/>
                <a:ea typeface="+mn-ea"/>
                <a:cs typeface="+mn-cs"/>
              </a:rPr>
              <a:t>。</a:t>
            </a:r>
            <a:r>
              <a:rPr kumimoji="1" lang="en-US" altLang="ja-JP" sz="1200" b="0" i="0" kern="1200" dirty="0" err="1" smtClean="0">
                <a:solidFill>
                  <a:schemeClr val="tx1"/>
                </a:solidFill>
                <a:effectLst/>
                <a:latin typeface="+mn-lt"/>
                <a:ea typeface="+mn-ea"/>
                <a:cs typeface="+mn-cs"/>
              </a:rPr>
              <a:t>int</a:t>
            </a:r>
            <a:r>
              <a:rPr kumimoji="1" lang="en-US" altLang="ja-JP" sz="1200" b="0" i="0" kern="1200" dirty="0" smtClean="0">
                <a:solidFill>
                  <a:schemeClr val="tx1"/>
                </a:solidFill>
                <a:effectLst/>
                <a:latin typeface="+mn-lt"/>
                <a:ea typeface="+mn-ea"/>
                <a:cs typeface="+mn-cs"/>
              </a:rPr>
              <a:t> </a:t>
            </a:r>
            <a:r>
              <a:rPr kumimoji="1" lang="ja-JP" altLang="en-US" sz="1200" b="0" i="0" kern="1200" dirty="0" smtClean="0">
                <a:solidFill>
                  <a:schemeClr val="tx1"/>
                </a:solidFill>
                <a:effectLst/>
                <a:latin typeface="+mn-lt"/>
                <a:ea typeface="+mn-ea"/>
                <a:cs typeface="+mn-cs"/>
              </a:rPr>
              <a:t>や</a:t>
            </a:r>
            <a:r>
              <a:rPr kumimoji="1" lang="en-US" altLang="ja-JP" sz="1200" b="0" i="0" kern="1200" dirty="0" smtClean="0">
                <a:solidFill>
                  <a:schemeClr val="tx1"/>
                </a:solidFill>
                <a:effectLst/>
                <a:latin typeface="+mn-lt"/>
                <a:ea typeface="+mn-ea"/>
                <a:cs typeface="+mn-cs"/>
              </a:rPr>
              <a:t>float</a:t>
            </a:r>
            <a:r>
              <a:rPr kumimoji="1" lang="ja-JP" altLang="en-US" sz="1200" b="0" i="0" kern="1200" dirty="0" smtClean="0">
                <a:solidFill>
                  <a:schemeClr val="tx1"/>
                </a:solidFill>
                <a:effectLst/>
                <a:latin typeface="+mn-lt"/>
                <a:ea typeface="+mn-ea"/>
                <a:cs typeface="+mn-cs"/>
              </a:rPr>
              <a:t>といった引数や文字列の</a:t>
            </a:r>
            <a:r>
              <a:rPr kumimoji="1" lang="en-US" altLang="ja-JP" sz="1200" b="0" i="0" kern="1200" dirty="0" smtClean="0">
                <a:solidFill>
                  <a:schemeClr val="tx1"/>
                </a:solidFill>
                <a:effectLst/>
                <a:latin typeface="+mn-lt"/>
                <a:ea typeface="+mn-ea"/>
                <a:cs typeface="+mn-cs"/>
              </a:rPr>
              <a:t>String</a:t>
            </a:r>
            <a:r>
              <a:rPr kumimoji="1" lang="ja-JP" altLang="en-US" sz="1200" b="0" i="0" kern="1200" dirty="0" smtClean="0">
                <a:solidFill>
                  <a:schemeClr val="tx1"/>
                </a:solidFill>
                <a:effectLst/>
                <a:latin typeface="+mn-lt"/>
                <a:ea typeface="+mn-ea"/>
                <a:cs typeface="+mn-cs"/>
              </a:rPr>
              <a:t>形式</a:t>
            </a:r>
            <a:r>
              <a:rPr kumimoji="1" lang="ja-JP" altLang="en-US" sz="1200" b="0" i="0" kern="1200" dirty="0" smtClean="0">
                <a:solidFill>
                  <a:schemeClr val="tx1"/>
                </a:solidFill>
                <a:effectLst/>
                <a:latin typeface="+mn-lt"/>
                <a:ea typeface="+mn-ea"/>
                <a:cs typeface="+mn-cs"/>
              </a:rPr>
              <a:t>などのデータを受け渡すことができます。</a:t>
            </a:r>
            <a:r>
              <a:rPr kumimoji="1" lang="ja-JP" altLang="en-US" dirty="0" smtClean="0"/>
              <a:t>たとえば、この図だと、</a:t>
            </a:r>
            <a:r>
              <a:rPr kumimoji="1" lang="en-US" altLang="ja-JP" dirty="0" smtClean="0"/>
              <a:t>(/OSC/</a:t>
            </a:r>
            <a:r>
              <a:rPr kumimoji="1" lang="en-US" altLang="ja-JP" dirty="0" err="1" smtClean="0"/>
              <a:t>freq</a:t>
            </a:r>
            <a:r>
              <a:rPr kumimoji="1" lang="ja-JP" altLang="en-US" dirty="0" smtClean="0"/>
              <a:t>を指しながら</a:t>
            </a:r>
            <a:r>
              <a:rPr kumimoji="1" lang="en-US" altLang="ja-JP" dirty="0" smtClean="0"/>
              <a:t>)</a:t>
            </a:r>
            <a:r>
              <a:rPr kumimoji="1" lang="ja-JP" altLang="en-US" dirty="0" smtClean="0"/>
              <a:t>ここが</a:t>
            </a:r>
            <a:r>
              <a:rPr kumimoji="1" lang="en-US" altLang="ja-JP" dirty="0" smtClean="0"/>
              <a:t>OSC</a:t>
            </a:r>
            <a:r>
              <a:rPr kumimoji="1" lang="ja-JP" altLang="en-US" dirty="0" smtClean="0"/>
              <a:t>アドレスで、</a:t>
            </a:r>
            <a:r>
              <a:rPr kumimoji="1" lang="en-US" altLang="ja-JP" dirty="0" smtClean="0"/>
              <a:t>(440)</a:t>
            </a:r>
            <a:r>
              <a:rPr kumimoji="1" lang="ja-JP" altLang="en-US" dirty="0" smtClean="0"/>
              <a:t>こっちが</a:t>
            </a:r>
            <a:r>
              <a:rPr kumimoji="1" lang="en-US" altLang="ja-JP" dirty="0" smtClean="0"/>
              <a:t>OSC</a:t>
            </a:r>
            <a:r>
              <a:rPr kumimoji="1" lang="ja-JP" altLang="en-US" dirty="0" smtClean="0"/>
              <a:t>引数です</a:t>
            </a:r>
            <a:r>
              <a:rPr kumimoji="1" lang="ja-JP" altLang="en-US" dirty="0" smtClean="0"/>
              <a:t>。</a:t>
            </a:r>
            <a:endParaRPr kumimoji="1" lang="en-US" altLang="ja-JP" dirty="0" smtClean="0"/>
          </a:p>
          <a:p>
            <a:r>
              <a:rPr kumimoji="1" lang="ja-JP" altLang="en-US" dirty="0" smtClean="0"/>
              <a:t>今回私たちはこの</a:t>
            </a:r>
            <a:r>
              <a:rPr kumimoji="1" lang="en-US" altLang="ja-JP" dirty="0" err="1" smtClean="0"/>
              <a:t>osc</a:t>
            </a:r>
            <a:r>
              <a:rPr kumimoji="1" lang="ja-JP" altLang="en-US" dirty="0" smtClean="0"/>
              <a:t>プロトコルを用いて</a:t>
            </a:r>
            <a:r>
              <a:rPr kumimoji="1" lang="en-US" altLang="ja-JP" dirty="0" err="1" smtClean="0"/>
              <a:t>Arduino</a:t>
            </a:r>
            <a:r>
              <a:rPr kumimoji="1" lang="ja-JP" altLang="en-US" dirty="0" smtClean="0"/>
              <a:t>と</a:t>
            </a:r>
            <a:r>
              <a:rPr kumimoji="1" lang="en-US" altLang="ja-JP" dirty="0" err="1" smtClean="0"/>
              <a:t>PureData</a:t>
            </a:r>
            <a:r>
              <a:rPr kumimoji="1" lang="ja-JP" altLang="en-US" dirty="0" smtClean="0"/>
              <a:t>間の通信をします。</a:t>
            </a:r>
            <a:endParaRPr kumimoji="1" lang="en-US" altLang="ja-JP" dirty="0" smtClean="0"/>
          </a:p>
          <a:p>
            <a:endParaRPr kumimoji="1" lang="en-US" altLang="ja-JP" dirty="0" smtClean="0"/>
          </a:p>
          <a:p>
            <a:endParaRPr kumimoji="1" lang="en-US" altLang="ja-JP" dirty="0" smtClean="0"/>
          </a:p>
        </p:txBody>
      </p:sp>
      <p:sp>
        <p:nvSpPr>
          <p:cNvPr id="4" name="スライド番号プレースホルダー 3"/>
          <p:cNvSpPr>
            <a:spLocks noGrp="1"/>
          </p:cNvSpPr>
          <p:nvPr>
            <p:ph type="sldNum" sz="quarter" idx="10"/>
          </p:nvPr>
        </p:nvSpPr>
        <p:spPr/>
        <p:txBody>
          <a:bodyPr/>
          <a:lstStyle/>
          <a:p>
            <a:fld id="{81E7BE08-976C-4427-A0AF-D88E38219BC0}" type="slidenum">
              <a:rPr kumimoji="1" lang="ja-JP" altLang="en-US" smtClean="0"/>
              <a:t>9</a:t>
            </a:fld>
            <a:endParaRPr kumimoji="1" lang="ja-JP" altLang="en-US"/>
          </a:p>
        </p:txBody>
      </p:sp>
    </p:spTree>
    <p:extLst>
      <p:ext uri="{BB962C8B-B14F-4D97-AF65-F5344CB8AC3E}">
        <p14:creationId xmlns:p14="http://schemas.microsoft.com/office/powerpoint/2010/main" val="40934480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こちらは</a:t>
            </a:r>
            <a:r>
              <a:rPr kumimoji="1" lang="en-US" altLang="ja-JP" dirty="0" err="1" smtClean="0"/>
              <a:t>PureData</a:t>
            </a:r>
            <a:r>
              <a:rPr kumimoji="1" lang="ja-JP" altLang="en-US" dirty="0" smtClean="0"/>
              <a:t>のＯＳＣプログラムで、</a:t>
            </a:r>
            <a:r>
              <a:rPr kumimoji="1" lang="en-US" altLang="ja-JP" dirty="0" smtClean="0"/>
              <a:t>iPhone</a:t>
            </a:r>
            <a:r>
              <a:rPr kumimoji="1" lang="ja-JP" altLang="en-US" dirty="0" smtClean="0"/>
              <a:t>から遠隔操作する際に音を操るためのスライダーです。</a:t>
            </a:r>
            <a:endParaRPr kumimoji="1" lang="en-US" altLang="ja-JP" dirty="0" smtClean="0"/>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dirty="0" err="1" smtClean="0"/>
              <a:t>PuerData</a:t>
            </a:r>
            <a:r>
              <a:rPr kumimoji="1" lang="ja-JP" altLang="en-US" dirty="0" smtClean="0"/>
              <a:t>のサンプルパッチを実際に動かしてみます。</a:t>
            </a:r>
            <a:endParaRPr kumimoji="1" lang="en-US" altLang="ja-JP" dirty="0" smtClean="0"/>
          </a:p>
          <a:p>
            <a:r>
              <a:rPr kumimoji="1" lang="ja-JP" altLang="en-US" dirty="0" smtClean="0"/>
              <a:t>（アドリブ</a:t>
            </a:r>
            <a:r>
              <a:rPr kumimoji="1" lang="en-US" altLang="ja-JP" dirty="0" smtClean="0"/>
              <a:t>(</a:t>
            </a:r>
            <a:r>
              <a:rPr kumimoji="1" lang="ja-JP" altLang="en-US" dirty="0" smtClean="0"/>
              <a:t>笑</a:t>
            </a:r>
            <a:r>
              <a:rPr kumimoji="1" lang="en-US" altLang="ja-JP" dirty="0" smtClean="0"/>
              <a:t>)</a:t>
            </a:r>
            <a:r>
              <a:rPr kumimoji="1" lang="ja-JP" altLang="en-US" dirty="0" smtClean="0"/>
              <a:t>）</a:t>
            </a:r>
            <a:endParaRPr kumimoji="1" lang="en-US" altLang="ja-JP" dirty="0" smtClean="0"/>
          </a:p>
          <a:p>
            <a:endParaRPr kumimoji="1" lang="ja-JP" altLang="en-US" dirty="0"/>
          </a:p>
        </p:txBody>
      </p:sp>
      <p:sp>
        <p:nvSpPr>
          <p:cNvPr id="4" name="スライド番号プレースホルダー 3"/>
          <p:cNvSpPr>
            <a:spLocks noGrp="1"/>
          </p:cNvSpPr>
          <p:nvPr>
            <p:ph type="sldNum" sz="quarter" idx="10"/>
          </p:nvPr>
        </p:nvSpPr>
        <p:spPr/>
        <p:txBody>
          <a:bodyPr/>
          <a:lstStyle/>
          <a:p>
            <a:fld id="{81E7BE08-976C-4427-A0AF-D88E38219BC0}" type="slidenum">
              <a:rPr kumimoji="1" lang="ja-JP" altLang="en-US" smtClean="0"/>
              <a:t>10</a:t>
            </a:fld>
            <a:endParaRPr kumimoji="1" lang="ja-JP" altLang="en-US"/>
          </a:p>
        </p:txBody>
      </p:sp>
    </p:spTree>
    <p:extLst>
      <p:ext uri="{BB962C8B-B14F-4D97-AF65-F5344CB8AC3E}">
        <p14:creationId xmlns:p14="http://schemas.microsoft.com/office/powerpoint/2010/main" val="22784944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進捗</a:t>
            </a:r>
            <a:r>
              <a:rPr kumimoji="1" lang="ja-JP" altLang="en-US" dirty="0" smtClean="0"/>
              <a:t>状況はご覧のとおりです。</a:t>
            </a:r>
            <a:r>
              <a:rPr kumimoji="1" lang="ja-JP" altLang="en-US" dirty="0" smtClean="0"/>
              <a:t>現在はプログラミングや機器の接続を行っています。</a:t>
            </a:r>
            <a:endParaRPr kumimoji="1" lang="en-US" altLang="ja-JP" dirty="0" smtClean="0"/>
          </a:p>
          <a:p>
            <a:r>
              <a:rPr kumimoji="1" lang="en-US" altLang="ja-JP" dirty="0" smtClean="0"/>
              <a:t>10</a:t>
            </a:r>
            <a:r>
              <a:rPr kumimoji="1" lang="ja-JP" altLang="en-US" dirty="0" smtClean="0"/>
              <a:t>月前半で機器の接続などを終わらせる予定でしたが、</a:t>
            </a:r>
            <a:endParaRPr kumimoji="1" lang="en-US" altLang="ja-JP" dirty="0" smtClean="0"/>
          </a:p>
          <a:p>
            <a:r>
              <a:rPr kumimoji="1" lang="ja-JP" altLang="en-US" dirty="0" smtClean="0"/>
              <a:t>基礎勉強時間を長くとったため若干遅れをとりました。</a:t>
            </a:r>
            <a:endParaRPr kumimoji="1" lang="en-US" altLang="ja-JP" dirty="0" smtClean="0"/>
          </a:p>
          <a:p>
            <a:r>
              <a:rPr kumimoji="1" lang="ja-JP" altLang="en-US" dirty="0" smtClean="0"/>
              <a:t>プログラミングはＰｕｒｅＤａｔａ・Ａｒｄｕｉｎｏどちらもまだ未完成の状態です。</a:t>
            </a:r>
            <a:endParaRPr kumimoji="1" lang="en-US" altLang="ja-JP" dirty="0" smtClean="0"/>
          </a:p>
          <a:p>
            <a:endParaRPr kumimoji="1" lang="en-US" altLang="ja-JP" dirty="0" smtClean="0"/>
          </a:p>
        </p:txBody>
      </p:sp>
      <p:sp>
        <p:nvSpPr>
          <p:cNvPr id="4" name="スライド番号プレースホルダー 3"/>
          <p:cNvSpPr>
            <a:spLocks noGrp="1"/>
          </p:cNvSpPr>
          <p:nvPr>
            <p:ph type="sldNum" sz="quarter" idx="10"/>
          </p:nvPr>
        </p:nvSpPr>
        <p:spPr/>
        <p:txBody>
          <a:bodyPr/>
          <a:lstStyle/>
          <a:p>
            <a:fld id="{81E7BE08-976C-4427-A0AF-D88E38219BC0}" type="slidenum">
              <a:rPr kumimoji="1" lang="ja-JP" altLang="en-US" smtClean="0"/>
              <a:t>11</a:t>
            </a:fld>
            <a:endParaRPr kumimoji="1" lang="ja-JP" altLang="en-US"/>
          </a:p>
        </p:txBody>
      </p:sp>
    </p:spTree>
    <p:extLst>
      <p:ext uri="{BB962C8B-B14F-4D97-AF65-F5344CB8AC3E}">
        <p14:creationId xmlns:p14="http://schemas.microsoft.com/office/powerpoint/2010/main" val="14184651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上から照明を当てて、その間で手などをかざした時にできる影によって明るさが変化します。</a:t>
            </a:r>
            <a:endParaRPr kumimoji="1" lang="en-US" altLang="ja-JP" dirty="0" smtClean="0"/>
          </a:p>
          <a:p>
            <a:r>
              <a:rPr kumimoji="1" lang="ja-JP" altLang="en-US" dirty="0" smtClean="0"/>
              <a:t>光センサに影ができると、センサの読み込む値が小さくなりＬＥＤが光ります。</a:t>
            </a:r>
            <a:endParaRPr kumimoji="1" lang="en-US" altLang="ja-JP" dirty="0" smtClean="0"/>
          </a:p>
          <a:p>
            <a:r>
              <a:rPr kumimoji="1" lang="ja-JP" altLang="en-US" dirty="0" smtClean="0"/>
              <a:t>反対に、明るくなると光センサの検出する値が大きくなりＬＥＤの光り具合が弱まります。</a:t>
            </a:r>
            <a:endParaRPr kumimoji="1" lang="en-US" altLang="ja-JP" dirty="0" smtClean="0"/>
          </a:p>
          <a:p>
            <a:r>
              <a:rPr kumimoji="1" lang="ja-JP" altLang="en-US" dirty="0" smtClean="0"/>
              <a:t>動画をご覧ください。（動画でも説明する）</a:t>
            </a:r>
            <a:endParaRPr kumimoji="1" lang="ja-JP" altLang="en-US" dirty="0"/>
          </a:p>
        </p:txBody>
      </p:sp>
      <p:sp>
        <p:nvSpPr>
          <p:cNvPr id="4" name="スライド番号プレースホルダー 3"/>
          <p:cNvSpPr>
            <a:spLocks noGrp="1"/>
          </p:cNvSpPr>
          <p:nvPr>
            <p:ph type="sldNum" sz="quarter" idx="10"/>
          </p:nvPr>
        </p:nvSpPr>
        <p:spPr/>
        <p:txBody>
          <a:bodyPr/>
          <a:lstStyle/>
          <a:p>
            <a:fld id="{81E7BE08-976C-4427-A0AF-D88E38219BC0}" type="slidenum">
              <a:rPr kumimoji="1" lang="ja-JP" altLang="en-US" smtClean="0"/>
              <a:t>12</a:t>
            </a:fld>
            <a:endParaRPr kumimoji="1" lang="ja-JP" altLang="en-US"/>
          </a:p>
        </p:txBody>
      </p:sp>
    </p:spTree>
    <p:extLst>
      <p:ext uri="{BB962C8B-B14F-4D97-AF65-F5344CB8AC3E}">
        <p14:creationId xmlns:p14="http://schemas.microsoft.com/office/powerpoint/2010/main" val="15427298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（動画を流しながら）</a:t>
            </a:r>
            <a:endParaRPr kumimoji="1" lang="en-US" altLang="ja-JP" dirty="0" smtClean="0"/>
          </a:p>
          <a:p>
            <a:r>
              <a:rPr kumimoji="1" lang="ja-JP" altLang="en-US" dirty="0" smtClean="0"/>
              <a:t>光センサの上で光を遮断させる動作をすると、センサが読み込む値が小さくなります。</a:t>
            </a:r>
            <a:endParaRPr kumimoji="1" lang="ja-JP" altLang="en-US" dirty="0"/>
          </a:p>
        </p:txBody>
      </p:sp>
      <p:sp>
        <p:nvSpPr>
          <p:cNvPr id="4" name="スライド番号プレースホルダー 3"/>
          <p:cNvSpPr>
            <a:spLocks noGrp="1"/>
          </p:cNvSpPr>
          <p:nvPr>
            <p:ph type="sldNum" sz="quarter" idx="10"/>
          </p:nvPr>
        </p:nvSpPr>
        <p:spPr/>
        <p:txBody>
          <a:bodyPr/>
          <a:lstStyle/>
          <a:p>
            <a:fld id="{81E7BE08-976C-4427-A0AF-D88E38219BC0}" type="slidenum">
              <a:rPr kumimoji="1" lang="ja-JP" altLang="en-US" smtClean="0"/>
              <a:t>13</a:t>
            </a:fld>
            <a:endParaRPr kumimoji="1" lang="ja-JP" altLang="en-US"/>
          </a:p>
        </p:txBody>
      </p:sp>
    </p:spTree>
    <p:extLst>
      <p:ext uri="{BB962C8B-B14F-4D97-AF65-F5344CB8AC3E}">
        <p14:creationId xmlns:p14="http://schemas.microsoft.com/office/powerpoint/2010/main" val="40694645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（動画を流しながら）</a:t>
            </a:r>
            <a:endParaRPr kumimoji="1" lang="en-US" altLang="ja-JP" dirty="0" smtClean="0"/>
          </a:p>
          <a:p>
            <a:r>
              <a:rPr kumimoji="1" lang="ja-JP" altLang="en-US" dirty="0" smtClean="0"/>
              <a:t>光センサの上で光を当てる動作をすると、センサが読み込む値が大きくなります。</a:t>
            </a:r>
          </a:p>
          <a:p>
            <a:endParaRPr kumimoji="1" lang="ja-JP" altLang="en-US" dirty="0"/>
          </a:p>
        </p:txBody>
      </p:sp>
      <p:sp>
        <p:nvSpPr>
          <p:cNvPr id="4" name="スライド番号プレースホルダー 3"/>
          <p:cNvSpPr>
            <a:spLocks noGrp="1"/>
          </p:cNvSpPr>
          <p:nvPr>
            <p:ph type="sldNum" sz="quarter" idx="10"/>
          </p:nvPr>
        </p:nvSpPr>
        <p:spPr/>
        <p:txBody>
          <a:bodyPr/>
          <a:lstStyle/>
          <a:p>
            <a:fld id="{81E7BE08-976C-4427-A0AF-D88E38219BC0}" type="slidenum">
              <a:rPr kumimoji="1" lang="ja-JP" altLang="en-US" smtClean="0"/>
              <a:t>14</a:t>
            </a:fld>
            <a:endParaRPr kumimoji="1" lang="ja-JP" altLang="en-US"/>
          </a:p>
        </p:txBody>
      </p:sp>
    </p:spTree>
    <p:extLst>
      <p:ext uri="{BB962C8B-B14F-4D97-AF65-F5344CB8AC3E}">
        <p14:creationId xmlns:p14="http://schemas.microsoft.com/office/powerpoint/2010/main" val="29297317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こちらは、音を生成するためのシミュレーショングラフです。</a:t>
            </a:r>
            <a:endParaRPr kumimoji="1" lang="en-US" altLang="ja-JP" dirty="0" smtClean="0"/>
          </a:p>
          <a:p>
            <a:r>
              <a:rPr kumimoji="1" lang="ja-JP" altLang="en-US" dirty="0" smtClean="0"/>
              <a:t>水</a:t>
            </a:r>
            <a:r>
              <a:rPr kumimoji="1" lang="ja-JP" altLang="en-US" dirty="0" smtClean="0"/>
              <a:t>に手を入れた時に発生する波が作る明るさの変化を検出する際に、周囲の明るさといったゆるやかな変化は省略する必要があります。</a:t>
            </a:r>
            <a:endParaRPr kumimoji="1" lang="en-US" altLang="ja-JP" dirty="0" smtClean="0"/>
          </a:p>
          <a:p>
            <a:r>
              <a:rPr kumimoji="1" lang="ja-JP" altLang="en-US" dirty="0" smtClean="0"/>
              <a:t>このグラフは</a:t>
            </a:r>
            <a:r>
              <a:rPr kumimoji="1" lang="en-US" altLang="ja-JP" dirty="0" smtClean="0"/>
              <a:t>sin(x)</a:t>
            </a:r>
            <a:r>
              <a:rPr kumimoji="1" lang="ja-JP" altLang="en-US" dirty="0" smtClean="0"/>
              <a:t>の値に乱数を加えてギザギザにしたものです。（実際に実験で割り出した値ではない）</a:t>
            </a:r>
            <a:endParaRPr kumimoji="1" lang="en-US" altLang="ja-JP" dirty="0" smtClean="0"/>
          </a:p>
          <a:p>
            <a:r>
              <a:rPr kumimoji="1" lang="ja-JP" altLang="en-US" dirty="0" smtClean="0"/>
              <a:t>ギザギザのグラフで、ゆるやかな変化は周囲の明るさ等に相当します。細かい変化が波の作る明るさの変化に相当します。</a:t>
            </a:r>
            <a:endParaRPr kumimoji="1" lang="en-US" altLang="ja-JP" dirty="0" smtClean="0"/>
          </a:p>
          <a:p>
            <a:r>
              <a:rPr kumimoji="1" lang="ja-JP" altLang="en-US" dirty="0" smtClean="0"/>
              <a:t>今回は波の作る細かい変化値をハイパスフィルタにして検出したいと考えました。</a:t>
            </a:r>
            <a:endParaRPr kumimoji="1" lang="ja-JP" altLang="en-US" dirty="0"/>
          </a:p>
        </p:txBody>
      </p:sp>
      <p:sp>
        <p:nvSpPr>
          <p:cNvPr id="4" name="スライド番号プレースホルダー 3"/>
          <p:cNvSpPr>
            <a:spLocks noGrp="1"/>
          </p:cNvSpPr>
          <p:nvPr>
            <p:ph type="sldNum" sz="quarter" idx="10"/>
          </p:nvPr>
        </p:nvSpPr>
        <p:spPr/>
        <p:txBody>
          <a:bodyPr/>
          <a:lstStyle/>
          <a:p>
            <a:fld id="{81E7BE08-976C-4427-A0AF-D88E38219BC0}" type="slidenum">
              <a:rPr kumimoji="1" lang="ja-JP" altLang="en-US" smtClean="0"/>
              <a:t>15</a:t>
            </a:fld>
            <a:endParaRPr kumimoji="1" lang="ja-JP" altLang="en-US"/>
          </a:p>
        </p:txBody>
      </p:sp>
    </p:spTree>
    <p:extLst>
      <p:ext uri="{BB962C8B-B14F-4D97-AF65-F5344CB8AC3E}">
        <p14:creationId xmlns:p14="http://schemas.microsoft.com/office/powerpoint/2010/main" val="2099281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ハイパスフィルタを求めるためにまず移動平均を検出する必要があります。</a:t>
            </a:r>
            <a:endParaRPr kumimoji="1" lang="en-US" altLang="ja-JP" dirty="0" smtClean="0"/>
          </a:p>
          <a:p>
            <a:r>
              <a:rPr kumimoji="1" lang="ja-JP" altLang="en-US" dirty="0" smtClean="0"/>
              <a:t>このグラフは、ギザギザグラフの値５つ分の移動平均です。</a:t>
            </a:r>
            <a:endParaRPr kumimoji="1" lang="en-US" altLang="ja-JP" dirty="0" smtClean="0"/>
          </a:p>
        </p:txBody>
      </p:sp>
      <p:sp>
        <p:nvSpPr>
          <p:cNvPr id="4" name="スライド番号プレースホルダー 3"/>
          <p:cNvSpPr>
            <a:spLocks noGrp="1"/>
          </p:cNvSpPr>
          <p:nvPr>
            <p:ph type="sldNum" sz="quarter" idx="10"/>
          </p:nvPr>
        </p:nvSpPr>
        <p:spPr/>
        <p:txBody>
          <a:bodyPr/>
          <a:lstStyle/>
          <a:p>
            <a:fld id="{81E7BE08-976C-4427-A0AF-D88E38219BC0}" type="slidenum">
              <a:rPr kumimoji="1" lang="ja-JP" altLang="en-US" smtClean="0"/>
              <a:t>16</a:t>
            </a:fld>
            <a:endParaRPr kumimoji="1" lang="ja-JP" altLang="en-US"/>
          </a:p>
        </p:txBody>
      </p:sp>
    </p:spTree>
    <p:extLst>
      <p:ext uri="{BB962C8B-B14F-4D97-AF65-F5344CB8AC3E}">
        <p14:creationId xmlns:p14="http://schemas.microsoft.com/office/powerpoint/2010/main" val="42775210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ギザギザグラフと移動平均グラフを比較したものがこちらです。</a:t>
            </a:r>
            <a:endParaRPr kumimoji="1" lang="en-US" altLang="ja-JP" dirty="0" smtClean="0"/>
          </a:p>
          <a:p>
            <a:r>
              <a:rPr kumimoji="1" lang="ja-JP" altLang="en-US" dirty="0" smtClean="0"/>
              <a:t>見て分かる通り、赤の折れ線グラフは青のグラフに比べて緩やかになっています。</a:t>
            </a:r>
            <a:endParaRPr kumimoji="1" lang="en-US" altLang="ja-JP" dirty="0" smtClean="0"/>
          </a:p>
          <a:p>
            <a:r>
              <a:rPr kumimoji="1" lang="ja-JP" altLang="en-US" dirty="0" smtClean="0"/>
              <a:t>赤の折れ線が移動平均です。</a:t>
            </a:r>
            <a:endParaRPr kumimoji="1" lang="en-US" altLang="ja-JP" dirty="0" smtClean="0"/>
          </a:p>
          <a:p>
            <a:r>
              <a:rPr kumimoji="1" lang="ja-JP" altLang="en-US" dirty="0" smtClean="0"/>
              <a:t>ギザギザグラフの値５つ分の平均値を検出してグラフにしたものが移動平均に相当します。</a:t>
            </a:r>
            <a:endParaRPr kumimoji="1" lang="ja-JP" altLang="en-US" dirty="0"/>
          </a:p>
        </p:txBody>
      </p:sp>
      <p:sp>
        <p:nvSpPr>
          <p:cNvPr id="4" name="スライド番号プレースホルダー 3"/>
          <p:cNvSpPr>
            <a:spLocks noGrp="1"/>
          </p:cNvSpPr>
          <p:nvPr>
            <p:ph type="sldNum" sz="quarter" idx="10"/>
          </p:nvPr>
        </p:nvSpPr>
        <p:spPr/>
        <p:txBody>
          <a:bodyPr/>
          <a:lstStyle/>
          <a:p>
            <a:fld id="{81E7BE08-976C-4427-A0AF-D88E38219BC0}" type="slidenum">
              <a:rPr kumimoji="1" lang="ja-JP" altLang="en-US" smtClean="0"/>
              <a:t>17</a:t>
            </a:fld>
            <a:endParaRPr kumimoji="1" lang="ja-JP" altLang="en-US"/>
          </a:p>
        </p:txBody>
      </p:sp>
    </p:spTree>
    <p:extLst>
      <p:ext uri="{BB962C8B-B14F-4D97-AF65-F5344CB8AC3E}">
        <p14:creationId xmlns:p14="http://schemas.microsoft.com/office/powerpoint/2010/main" val="9872222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こちらがハイパスフィルタのグラフです。</a:t>
            </a:r>
            <a:endParaRPr kumimoji="1" lang="en-US" altLang="ja-JP" dirty="0" smtClean="0"/>
          </a:p>
          <a:p>
            <a:r>
              <a:rPr kumimoji="1" lang="ja-JP" altLang="en-US" dirty="0" smtClean="0"/>
              <a:t>ギザギザグラフから移動平均グラフを引くとハイパスグラフが求められます。</a:t>
            </a:r>
            <a:endParaRPr kumimoji="1" lang="en-US" altLang="ja-JP" dirty="0" smtClean="0"/>
          </a:p>
          <a:p>
            <a:r>
              <a:rPr kumimoji="1" lang="ja-JP" altLang="en-US" dirty="0" smtClean="0"/>
              <a:t>今回の研究で</a:t>
            </a:r>
            <a:r>
              <a:rPr kumimoji="1" lang="ja-JP" altLang="en-US" dirty="0" smtClean="0"/>
              <a:t>はこのハイパスフィルタの</a:t>
            </a:r>
            <a:r>
              <a:rPr kumimoji="1" lang="ja-JP" altLang="en-US" dirty="0" smtClean="0"/>
              <a:t>値</a:t>
            </a:r>
            <a:r>
              <a:rPr kumimoji="1" lang="ja-JP" altLang="en-US" dirty="0" smtClean="0"/>
              <a:t>を割り出して</a:t>
            </a:r>
            <a:r>
              <a:rPr kumimoji="1" lang="en-US" altLang="ja-JP" dirty="0" err="1" smtClean="0"/>
              <a:t>Arduino</a:t>
            </a:r>
            <a:r>
              <a:rPr kumimoji="1" lang="ja-JP" altLang="en-US" dirty="0" smtClean="0"/>
              <a:t>と</a:t>
            </a:r>
            <a:r>
              <a:rPr kumimoji="1" lang="en-US" altLang="ja-JP" dirty="0" err="1" smtClean="0"/>
              <a:t>PureData</a:t>
            </a:r>
            <a:r>
              <a:rPr kumimoji="1" lang="ja-JP" altLang="en-US" dirty="0" smtClean="0"/>
              <a:t>に値を読み込ませることで、音</a:t>
            </a:r>
            <a:r>
              <a:rPr kumimoji="1" lang="ja-JP" altLang="en-US" dirty="0" smtClean="0"/>
              <a:t>・</a:t>
            </a:r>
            <a:r>
              <a:rPr kumimoji="1" lang="ja-JP" altLang="en-US" dirty="0" smtClean="0"/>
              <a:t>光のグラフィカルな情報を出力</a:t>
            </a:r>
            <a:r>
              <a:rPr kumimoji="1" lang="ja-JP" altLang="en-US" dirty="0" smtClean="0"/>
              <a:t>したいと考えています。</a:t>
            </a:r>
            <a:endParaRPr kumimoji="1" lang="en-US" altLang="ja-JP" dirty="0" smtClean="0"/>
          </a:p>
          <a:p>
            <a:endParaRPr kumimoji="1" lang="ja-JP" altLang="en-US" dirty="0"/>
          </a:p>
        </p:txBody>
      </p:sp>
      <p:sp>
        <p:nvSpPr>
          <p:cNvPr id="4" name="スライド番号プレースホルダー 3"/>
          <p:cNvSpPr>
            <a:spLocks noGrp="1"/>
          </p:cNvSpPr>
          <p:nvPr>
            <p:ph type="sldNum" sz="quarter" idx="10"/>
          </p:nvPr>
        </p:nvSpPr>
        <p:spPr/>
        <p:txBody>
          <a:bodyPr/>
          <a:lstStyle/>
          <a:p>
            <a:fld id="{81E7BE08-976C-4427-A0AF-D88E38219BC0}" type="slidenum">
              <a:rPr kumimoji="1" lang="ja-JP" altLang="en-US" smtClean="0"/>
              <a:t>18</a:t>
            </a:fld>
            <a:endParaRPr kumimoji="1" lang="ja-JP" altLang="en-US"/>
          </a:p>
        </p:txBody>
      </p:sp>
    </p:spTree>
    <p:extLst>
      <p:ext uri="{BB962C8B-B14F-4D97-AF65-F5344CB8AC3E}">
        <p14:creationId xmlns:p14="http://schemas.microsoft.com/office/powerpoint/2010/main" val="10107289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それぞれの役割分担です。</a:t>
            </a:r>
            <a:endParaRPr kumimoji="1" lang="en-US" altLang="ja-JP" dirty="0" smtClean="0"/>
          </a:p>
          <a:p>
            <a:r>
              <a:rPr kumimoji="1" lang="ja-JP" altLang="en-US" dirty="0" smtClean="0"/>
              <a:t>ご覧のとおりです。</a:t>
            </a:r>
            <a:endParaRPr kumimoji="1" lang="ja-JP" altLang="en-US" dirty="0"/>
          </a:p>
        </p:txBody>
      </p:sp>
      <p:sp>
        <p:nvSpPr>
          <p:cNvPr id="4" name="スライド番号プレースホルダー 3"/>
          <p:cNvSpPr>
            <a:spLocks noGrp="1"/>
          </p:cNvSpPr>
          <p:nvPr>
            <p:ph type="sldNum" sz="quarter" idx="10"/>
          </p:nvPr>
        </p:nvSpPr>
        <p:spPr/>
        <p:txBody>
          <a:bodyPr/>
          <a:lstStyle/>
          <a:p>
            <a:fld id="{81E7BE08-976C-4427-A0AF-D88E38219BC0}" type="slidenum">
              <a:rPr kumimoji="1" lang="ja-JP" altLang="en-US" smtClean="0"/>
              <a:t>19</a:t>
            </a:fld>
            <a:endParaRPr kumimoji="1" lang="ja-JP" altLang="en-US"/>
          </a:p>
        </p:txBody>
      </p:sp>
    </p:spTree>
    <p:extLst>
      <p:ext uri="{BB962C8B-B14F-4D97-AF65-F5344CB8AC3E}">
        <p14:creationId xmlns:p14="http://schemas.microsoft.com/office/powerpoint/2010/main" val="17456532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それでは今後の作業計画です。</a:t>
            </a:r>
            <a:endParaRPr kumimoji="1" lang="en-US" altLang="ja-JP" dirty="0" smtClean="0"/>
          </a:p>
          <a:p>
            <a:r>
              <a:rPr kumimoji="1" lang="ja-JP" altLang="en-US" dirty="0" smtClean="0"/>
              <a:t>まずは、計画表通りに進められるように遅れを取り戻す作業をします</a:t>
            </a:r>
            <a:r>
              <a:rPr kumimoji="1" lang="ja-JP" altLang="en-US" dirty="0" smtClean="0"/>
              <a:t>。</a:t>
            </a:r>
            <a:endParaRPr kumimoji="1" lang="en-US" altLang="ja-JP"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ja-JP" dirty="0" err="1" smtClean="0"/>
              <a:t>Arduino</a:t>
            </a:r>
            <a:r>
              <a:rPr lang="ja-JP" altLang="en-US" dirty="0" smtClean="0"/>
              <a:t>・</a:t>
            </a:r>
            <a:r>
              <a:rPr lang="en-US" altLang="ja-JP" dirty="0" err="1" smtClean="0"/>
              <a:t>PureData</a:t>
            </a:r>
            <a:r>
              <a:rPr lang="ja-JP" altLang="en-US" dirty="0" err="1" smtClean="0"/>
              <a:t>どとらも</a:t>
            </a:r>
            <a:r>
              <a:rPr lang="ja-JP" altLang="en-US" dirty="0" smtClean="0"/>
              <a:t>動かすことができるようになった</a:t>
            </a:r>
            <a:r>
              <a:rPr kumimoji="1" lang="ja-JP" altLang="en-US" dirty="0" smtClean="0"/>
              <a:t>が、まだお互いを連携させていないので急いで作業を進める必要があります。</a:t>
            </a:r>
            <a:endParaRPr kumimoji="1" lang="en-US" altLang="ja-JP" dirty="0" smtClean="0"/>
          </a:p>
          <a:p>
            <a:r>
              <a:rPr kumimoji="1" lang="ja-JP" altLang="en-US" dirty="0" smtClean="0"/>
              <a:t>ハードウェアもデザイン面を考慮したうえでの製作を急ぎたいです。</a:t>
            </a:r>
            <a:endParaRPr kumimoji="1" lang="en-US" altLang="ja-JP" dirty="0" smtClean="0"/>
          </a:p>
          <a:p>
            <a:r>
              <a:rPr kumimoji="1" lang="ja-JP" altLang="en-US" dirty="0" smtClean="0"/>
              <a:t>アート作品ということなので、実際に動かしたときに楽しめるような作品に仕上げたいです。</a:t>
            </a:r>
            <a:endParaRPr kumimoji="1" lang="en-US" altLang="ja-JP" dirty="0" smtClean="0"/>
          </a:p>
          <a:p>
            <a:endParaRPr kumimoji="1" lang="en-US" altLang="ja-JP" dirty="0" smtClean="0"/>
          </a:p>
          <a:p>
            <a:r>
              <a:rPr kumimoji="1" lang="ja-JP" altLang="en-US" dirty="0" smtClean="0"/>
              <a:t>また、前回</a:t>
            </a:r>
            <a:r>
              <a:rPr kumimoji="1" lang="ja-JP" altLang="en-US" dirty="0" smtClean="0"/>
              <a:t>のテーマ発表時に提案していた４つの案がありました。資料の図７は</a:t>
            </a:r>
            <a:endParaRPr kumimoji="1" lang="en-US" altLang="ja-JP" dirty="0" smtClean="0"/>
          </a:p>
          <a:p>
            <a:r>
              <a:rPr kumimoji="1" lang="ja-JP" altLang="en-US" dirty="0" smtClean="0"/>
              <a:t>今回研究を進めていく中で様々な観点から断念していく形となりました。</a:t>
            </a:r>
            <a:endParaRPr kumimoji="1" lang="en-US" altLang="ja-JP" dirty="0" smtClean="0"/>
          </a:p>
          <a:p>
            <a:r>
              <a:rPr kumimoji="1" lang="ja-JP" altLang="en-US" dirty="0" smtClean="0"/>
              <a:t>他の３つの案は、時間的余裕があれば実験していきたいと考えています。</a:t>
            </a:r>
            <a:endParaRPr kumimoji="1" lang="ja-JP" altLang="en-US" dirty="0"/>
          </a:p>
        </p:txBody>
      </p:sp>
      <p:sp>
        <p:nvSpPr>
          <p:cNvPr id="4" name="スライド番号プレースホルダー 3"/>
          <p:cNvSpPr>
            <a:spLocks noGrp="1"/>
          </p:cNvSpPr>
          <p:nvPr>
            <p:ph type="sldNum" sz="quarter" idx="10"/>
          </p:nvPr>
        </p:nvSpPr>
        <p:spPr/>
        <p:txBody>
          <a:bodyPr/>
          <a:lstStyle/>
          <a:p>
            <a:fld id="{81E7BE08-976C-4427-A0AF-D88E38219BC0}" type="slidenum">
              <a:rPr kumimoji="1" lang="ja-JP" altLang="en-US" smtClean="0"/>
              <a:t>20</a:t>
            </a:fld>
            <a:endParaRPr kumimoji="1" lang="ja-JP" altLang="en-US"/>
          </a:p>
        </p:txBody>
      </p:sp>
    </p:spTree>
    <p:extLst>
      <p:ext uri="{BB962C8B-B14F-4D97-AF65-F5344CB8AC3E}">
        <p14:creationId xmlns:p14="http://schemas.microsoft.com/office/powerpoint/2010/main" val="13837778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81E7BE08-976C-4427-A0AF-D88E38219BC0}" type="slidenum">
              <a:rPr kumimoji="1" lang="ja-JP" altLang="en-US" smtClean="0"/>
              <a:t>21</a:t>
            </a:fld>
            <a:endParaRPr kumimoji="1" lang="ja-JP" altLang="en-US"/>
          </a:p>
        </p:txBody>
      </p:sp>
    </p:spTree>
    <p:extLst>
      <p:ext uri="{BB962C8B-B14F-4D97-AF65-F5344CB8AC3E}">
        <p14:creationId xmlns:p14="http://schemas.microsoft.com/office/powerpoint/2010/main" val="3337199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3" name="正方形/長方形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正方形/長方形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正方形/長方形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正方形/長方形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正方形/長方形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角丸四角形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角丸四角形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正方形/長方形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正方形/長方形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正方形/長方形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正方形/長方形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タイトル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ja-JP" altLang="en-US" smtClean="0"/>
              <a:t>マスター タイトルの書式設定</a:t>
            </a:r>
            <a:endParaRPr kumimoji="0" lang="en-US"/>
          </a:p>
        </p:txBody>
      </p:sp>
      <p:sp>
        <p:nvSpPr>
          <p:cNvPr id="9" name="サブタイトル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ja-JP" altLang="en-US" smtClean="0"/>
              <a:t>マスター サブタイトルの書式設定</a:t>
            </a:r>
            <a:endParaRPr kumimoji="0" lang="en-US"/>
          </a:p>
        </p:txBody>
      </p:sp>
      <p:sp>
        <p:nvSpPr>
          <p:cNvPr id="28" name="日付プレースホルダー 27"/>
          <p:cNvSpPr>
            <a:spLocks noGrp="1"/>
          </p:cNvSpPr>
          <p:nvPr>
            <p:ph type="dt" sz="half" idx="10"/>
          </p:nvPr>
        </p:nvSpPr>
        <p:spPr>
          <a:xfrm>
            <a:off x="6705600" y="4206240"/>
            <a:ext cx="960120" cy="457200"/>
          </a:xfrm>
        </p:spPr>
        <p:txBody>
          <a:bodyPr/>
          <a:lstStyle/>
          <a:p>
            <a:fld id="{130D013B-003B-4DB9-B31E-A39F821C936C}" type="datetimeFigureOut">
              <a:rPr kumimoji="1" lang="ja-JP" altLang="en-US" smtClean="0"/>
              <a:t>2016/12/22</a:t>
            </a:fld>
            <a:endParaRPr kumimoji="1" lang="ja-JP" altLang="en-US"/>
          </a:p>
        </p:txBody>
      </p:sp>
      <p:sp>
        <p:nvSpPr>
          <p:cNvPr id="17" name="フッター プレースホルダー 16"/>
          <p:cNvSpPr>
            <a:spLocks noGrp="1"/>
          </p:cNvSpPr>
          <p:nvPr>
            <p:ph type="ftr" sz="quarter" idx="11"/>
          </p:nvPr>
        </p:nvSpPr>
        <p:spPr>
          <a:xfrm>
            <a:off x="5410200" y="4205288"/>
            <a:ext cx="1295400" cy="457200"/>
          </a:xfrm>
        </p:spPr>
        <p:txBody>
          <a:bodyPr/>
          <a:lstStyle/>
          <a:p>
            <a:endParaRPr kumimoji="1" lang="ja-JP" altLang="en-US"/>
          </a:p>
        </p:txBody>
      </p:sp>
      <p:sp>
        <p:nvSpPr>
          <p:cNvPr id="29" name="スライド番号プレースホルダー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F5EEE1D7-9AE5-41C9-AB6A-398E3842BC4B}" type="slidenum">
              <a:rPr kumimoji="1" lang="ja-JP" altLang="en-US" smtClean="0"/>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0" lang="ja-JP" altLang="en-US" smtClean="0"/>
              <a:t>マスター タイトルの書式設定</a:t>
            </a:r>
            <a:endParaRPr kumimoji="0" lang="en-US"/>
          </a:p>
        </p:txBody>
      </p:sp>
      <p:sp>
        <p:nvSpPr>
          <p:cNvPr id="3" name="コンテンツ プレースホルダー 2"/>
          <p:cNvSpPr>
            <a:spLocks noGrp="1"/>
          </p:cNvSpPr>
          <p:nvPr>
            <p:ph idx="1"/>
          </p:nvPr>
        </p:nvSpPr>
        <p:spPr/>
        <p:txBody>
          <a:bodyPr/>
          <a:lstStyle/>
          <a:p>
            <a:pPr lvl="0" eaLnBrk="1" latinLnBrk="0" hangingPunct="1"/>
            <a:r>
              <a:rPr lang="ja-JP" altLang="en-US" smtClean="0"/>
              <a:t>マスター テキストの書式設定</a:t>
            </a:r>
          </a:p>
          <a:p>
            <a:pPr lvl="1" eaLnBrk="1" latinLnBrk="0" hangingPunct="1"/>
            <a:r>
              <a:rPr lang="ja-JP" altLang="en-US" smtClean="0"/>
              <a:t>第 </a:t>
            </a:r>
            <a:r>
              <a:rPr lang="en-US" altLang="ja-JP" smtClean="0"/>
              <a:t>2 </a:t>
            </a:r>
            <a:r>
              <a:rPr lang="ja-JP" altLang="en-US" smtClean="0"/>
              <a:t>レベル</a:t>
            </a:r>
          </a:p>
          <a:p>
            <a:pPr lvl="2" eaLnBrk="1" latinLnBrk="0" hangingPunct="1"/>
            <a:r>
              <a:rPr lang="ja-JP" altLang="en-US" smtClean="0"/>
              <a:t>第 </a:t>
            </a:r>
            <a:r>
              <a:rPr lang="en-US" altLang="ja-JP" smtClean="0"/>
              <a:t>3 </a:t>
            </a:r>
            <a:r>
              <a:rPr lang="ja-JP" altLang="en-US" smtClean="0"/>
              <a:t>レベル</a:t>
            </a:r>
          </a:p>
          <a:p>
            <a:pPr lvl="3" eaLnBrk="1" latinLnBrk="0" hangingPunct="1"/>
            <a:r>
              <a:rPr lang="ja-JP" altLang="en-US" smtClean="0"/>
              <a:t>第 </a:t>
            </a:r>
            <a:r>
              <a:rPr lang="en-US" altLang="ja-JP" smtClean="0"/>
              <a:t>4 </a:t>
            </a:r>
            <a:r>
              <a:rPr lang="ja-JP" altLang="en-US" smtClean="0"/>
              <a:t>レベル</a:t>
            </a:r>
          </a:p>
          <a:p>
            <a:pPr lvl="4" eaLnBrk="1" latinLnBrk="0" hangingPunct="1"/>
            <a:r>
              <a:rPr lang="ja-JP" altLang="en-US" smtClean="0"/>
              <a:t>第 </a:t>
            </a:r>
            <a:r>
              <a:rPr lang="en-US" altLang="ja-JP" smtClean="0"/>
              <a:t>5 </a:t>
            </a:r>
            <a:r>
              <a:rPr lang="ja-JP" altLang="en-US" smtClean="0"/>
              <a:t>レベル</a:t>
            </a:r>
            <a:endParaRPr kumimoji="0" lang="en-US"/>
          </a:p>
        </p:txBody>
      </p:sp>
      <p:sp>
        <p:nvSpPr>
          <p:cNvPr id="4" name="日付プレースホルダー 3"/>
          <p:cNvSpPr>
            <a:spLocks noGrp="1"/>
          </p:cNvSpPr>
          <p:nvPr>
            <p:ph type="dt" sz="half" idx="10"/>
          </p:nvPr>
        </p:nvSpPr>
        <p:spPr/>
        <p:txBody>
          <a:bodyPr/>
          <a:lstStyle/>
          <a:p>
            <a:fld id="{130D013B-003B-4DB9-B31E-A39F821C936C}" type="datetimeFigureOut">
              <a:rPr kumimoji="1" lang="ja-JP" altLang="en-US" smtClean="0"/>
              <a:t>2016/12/22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F5EEE1D7-9AE5-41C9-AB6A-398E3842BC4B}" type="slidenum">
              <a:rPr kumimoji="1" lang="ja-JP" altLang="en-US" smtClean="0"/>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ja-JP" altLang="en-US" smtClean="0"/>
              <a:t>マスター タイトルの書式設定</a:t>
            </a:r>
            <a:endParaRPr kumimoji="0" lang="en-US"/>
          </a:p>
        </p:txBody>
      </p:sp>
      <p:sp>
        <p:nvSpPr>
          <p:cNvPr id="3" name="テキスト プレースホルダー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ja-JP" altLang="en-US" smtClean="0"/>
              <a:t>マスター テキストの書式設定</a:t>
            </a:r>
          </a:p>
        </p:txBody>
      </p:sp>
      <p:sp>
        <p:nvSpPr>
          <p:cNvPr id="4" name="日付プレースホルダー 3"/>
          <p:cNvSpPr>
            <a:spLocks noGrp="1"/>
          </p:cNvSpPr>
          <p:nvPr>
            <p:ph type="dt" sz="half" idx="10"/>
          </p:nvPr>
        </p:nvSpPr>
        <p:spPr/>
        <p:txBody>
          <a:bodyPr/>
          <a:lstStyle/>
          <a:p>
            <a:fld id="{130D013B-003B-4DB9-B31E-A39F821C936C}" type="datetimeFigureOut">
              <a:rPr kumimoji="1" lang="ja-JP" altLang="en-US" smtClean="0"/>
              <a:t>2016/12/22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F5EEE1D7-9AE5-41C9-AB6A-398E3842BC4B}" type="slidenum">
              <a:rPr kumimoji="1" lang="ja-JP" altLang="en-US" smtClean="0"/>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0" lang="ja-JP" altLang="en-US" smtClean="0"/>
              <a:t>マスター タイトルの書式設定</a:t>
            </a:r>
            <a:endParaRPr kumimoji="0" lang="en-US"/>
          </a:p>
        </p:txBody>
      </p:sp>
      <p:sp>
        <p:nvSpPr>
          <p:cNvPr id="3" name="コンテンツ プレースホルダー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ja-JP" altLang="en-US" smtClean="0"/>
              <a:t>マスター テキストの書式設定</a:t>
            </a:r>
          </a:p>
          <a:p>
            <a:pPr lvl="1" eaLnBrk="1" latinLnBrk="0" hangingPunct="1"/>
            <a:r>
              <a:rPr lang="ja-JP" altLang="en-US" smtClean="0"/>
              <a:t>第 </a:t>
            </a:r>
            <a:r>
              <a:rPr lang="en-US" altLang="ja-JP" smtClean="0"/>
              <a:t>2 </a:t>
            </a:r>
            <a:r>
              <a:rPr lang="ja-JP" altLang="en-US" smtClean="0"/>
              <a:t>レベル</a:t>
            </a:r>
          </a:p>
          <a:p>
            <a:pPr lvl="2" eaLnBrk="1" latinLnBrk="0" hangingPunct="1"/>
            <a:r>
              <a:rPr lang="ja-JP" altLang="en-US" smtClean="0"/>
              <a:t>第 </a:t>
            </a:r>
            <a:r>
              <a:rPr lang="en-US" altLang="ja-JP" smtClean="0"/>
              <a:t>3 </a:t>
            </a:r>
            <a:r>
              <a:rPr lang="ja-JP" altLang="en-US" smtClean="0"/>
              <a:t>レベル</a:t>
            </a:r>
          </a:p>
          <a:p>
            <a:pPr lvl="3" eaLnBrk="1" latinLnBrk="0" hangingPunct="1"/>
            <a:r>
              <a:rPr lang="ja-JP" altLang="en-US" smtClean="0"/>
              <a:t>第 </a:t>
            </a:r>
            <a:r>
              <a:rPr lang="en-US" altLang="ja-JP" smtClean="0"/>
              <a:t>4 </a:t>
            </a:r>
            <a:r>
              <a:rPr lang="ja-JP" altLang="en-US" smtClean="0"/>
              <a:t>レベル</a:t>
            </a:r>
          </a:p>
          <a:p>
            <a:pPr lvl="4" eaLnBrk="1" latinLnBrk="0" hangingPunct="1"/>
            <a:r>
              <a:rPr lang="ja-JP" altLang="en-US" smtClean="0"/>
              <a:t>第 </a:t>
            </a:r>
            <a:r>
              <a:rPr lang="en-US" altLang="ja-JP" smtClean="0"/>
              <a:t>5 </a:t>
            </a:r>
            <a:r>
              <a:rPr lang="ja-JP" altLang="en-US" smtClean="0"/>
              <a:t>レベル</a:t>
            </a:r>
            <a:endParaRPr kumimoji="0" lang="en-US"/>
          </a:p>
        </p:txBody>
      </p:sp>
      <p:sp>
        <p:nvSpPr>
          <p:cNvPr id="4" name="コンテンツ プレースホルダー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ja-JP" altLang="en-US" smtClean="0"/>
              <a:t>マスター テキストの書式設定</a:t>
            </a:r>
          </a:p>
          <a:p>
            <a:pPr lvl="1" eaLnBrk="1" latinLnBrk="0" hangingPunct="1"/>
            <a:r>
              <a:rPr lang="ja-JP" altLang="en-US" smtClean="0"/>
              <a:t>第 </a:t>
            </a:r>
            <a:r>
              <a:rPr lang="en-US" altLang="ja-JP" smtClean="0"/>
              <a:t>2 </a:t>
            </a:r>
            <a:r>
              <a:rPr lang="ja-JP" altLang="en-US" smtClean="0"/>
              <a:t>レベル</a:t>
            </a:r>
          </a:p>
          <a:p>
            <a:pPr lvl="2" eaLnBrk="1" latinLnBrk="0" hangingPunct="1"/>
            <a:r>
              <a:rPr lang="ja-JP" altLang="en-US" smtClean="0"/>
              <a:t>第 </a:t>
            </a:r>
            <a:r>
              <a:rPr lang="en-US" altLang="ja-JP" smtClean="0"/>
              <a:t>3 </a:t>
            </a:r>
            <a:r>
              <a:rPr lang="ja-JP" altLang="en-US" smtClean="0"/>
              <a:t>レベル</a:t>
            </a:r>
          </a:p>
          <a:p>
            <a:pPr lvl="3" eaLnBrk="1" latinLnBrk="0" hangingPunct="1"/>
            <a:r>
              <a:rPr lang="ja-JP" altLang="en-US" smtClean="0"/>
              <a:t>第 </a:t>
            </a:r>
            <a:r>
              <a:rPr lang="en-US" altLang="ja-JP" smtClean="0"/>
              <a:t>4 </a:t>
            </a:r>
            <a:r>
              <a:rPr lang="ja-JP" altLang="en-US" smtClean="0"/>
              <a:t>レベル</a:t>
            </a:r>
          </a:p>
          <a:p>
            <a:pPr lvl="4" eaLnBrk="1" latinLnBrk="0" hangingPunct="1"/>
            <a:r>
              <a:rPr lang="ja-JP" altLang="en-US" smtClean="0"/>
              <a:t>第 </a:t>
            </a:r>
            <a:r>
              <a:rPr lang="en-US" altLang="ja-JP" smtClean="0"/>
              <a:t>5 </a:t>
            </a:r>
            <a:r>
              <a:rPr lang="ja-JP" altLang="en-US" smtClean="0"/>
              <a:t>レベル</a:t>
            </a:r>
            <a:endParaRPr kumimoji="0" lang="en-US"/>
          </a:p>
        </p:txBody>
      </p:sp>
      <p:sp>
        <p:nvSpPr>
          <p:cNvPr id="5" name="日付プレースホルダー 4"/>
          <p:cNvSpPr>
            <a:spLocks noGrp="1"/>
          </p:cNvSpPr>
          <p:nvPr>
            <p:ph type="dt" sz="half" idx="10"/>
          </p:nvPr>
        </p:nvSpPr>
        <p:spPr/>
        <p:txBody>
          <a:bodyPr/>
          <a:lstStyle/>
          <a:p>
            <a:fld id="{130D013B-003B-4DB9-B31E-A39F821C936C}" type="datetimeFigureOut">
              <a:rPr kumimoji="1" lang="ja-JP" altLang="en-US" smtClean="0"/>
              <a:t>2016/12/22</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F5EEE1D7-9AE5-41C9-AB6A-398E3842BC4B}" type="slidenum">
              <a:rPr kumimoji="1" lang="ja-JP" altLang="en-US" smtClean="0"/>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381000" y="1143000"/>
            <a:ext cx="8382000" cy="1069848"/>
          </a:xfrm>
        </p:spPr>
        <p:txBody>
          <a:bodyPr anchor="ctr"/>
          <a:lstStyle>
            <a:lvl1pPr>
              <a:defRPr sz="4000" b="0" i="0" cap="none" baseline="0"/>
            </a:lvl1pPr>
          </a:lstStyle>
          <a:p>
            <a:r>
              <a:rPr kumimoji="0" lang="ja-JP" altLang="en-US" smtClean="0"/>
              <a:t>マスター タイトルの書式設定</a:t>
            </a:r>
            <a:endParaRPr kumimoji="0" lang="en-US"/>
          </a:p>
        </p:txBody>
      </p:sp>
      <p:sp>
        <p:nvSpPr>
          <p:cNvPr id="3" name="テキスト プレースホルダー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ja-JP" altLang="en-US" smtClean="0"/>
              <a:t>マスター テキストの書式設定</a:t>
            </a:r>
          </a:p>
        </p:txBody>
      </p:sp>
      <p:sp>
        <p:nvSpPr>
          <p:cNvPr id="4" name="テキスト プレースホルダー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ja-JP" altLang="en-US" smtClean="0"/>
              <a:t>マスター テキストの書式設定</a:t>
            </a:r>
          </a:p>
        </p:txBody>
      </p:sp>
      <p:sp>
        <p:nvSpPr>
          <p:cNvPr id="5" name="コンテンツ プレースホルダー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ja-JP" altLang="en-US" smtClean="0"/>
              <a:t>マスター テキストの書式設定</a:t>
            </a:r>
          </a:p>
          <a:p>
            <a:pPr lvl="1" eaLnBrk="1" latinLnBrk="0" hangingPunct="1"/>
            <a:r>
              <a:rPr lang="ja-JP" altLang="en-US" smtClean="0"/>
              <a:t>第 </a:t>
            </a:r>
            <a:r>
              <a:rPr lang="en-US" altLang="ja-JP" smtClean="0"/>
              <a:t>2 </a:t>
            </a:r>
            <a:r>
              <a:rPr lang="ja-JP" altLang="en-US" smtClean="0"/>
              <a:t>レベル</a:t>
            </a:r>
          </a:p>
          <a:p>
            <a:pPr lvl="2" eaLnBrk="1" latinLnBrk="0" hangingPunct="1"/>
            <a:r>
              <a:rPr lang="ja-JP" altLang="en-US" smtClean="0"/>
              <a:t>第 </a:t>
            </a:r>
            <a:r>
              <a:rPr lang="en-US" altLang="ja-JP" smtClean="0"/>
              <a:t>3 </a:t>
            </a:r>
            <a:r>
              <a:rPr lang="ja-JP" altLang="en-US" smtClean="0"/>
              <a:t>レベル</a:t>
            </a:r>
          </a:p>
          <a:p>
            <a:pPr lvl="3" eaLnBrk="1" latinLnBrk="0" hangingPunct="1"/>
            <a:r>
              <a:rPr lang="ja-JP" altLang="en-US" smtClean="0"/>
              <a:t>第 </a:t>
            </a:r>
            <a:r>
              <a:rPr lang="en-US" altLang="ja-JP" smtClean="0"/>
              <a:t>4 </a:t>
            </a:r>
            <a:r>
              <a:rPr lang="ja-JP" altLang="en-US" smtClean="0"/>
              <a:t>レベル</a:t>
            </a:r>
          </a:p>
          <a:p>
            <a:pPr lvl="4" eaLnBrk="1" latinLnBrk="0" hangingPunct="1"/>
            <a:r>
              <a:rPr lang="ja-JP" altLang="en-US" smtClean="0"/>
              <a:t>第 </a:t>
            </a:r>
            <a:r>
              <a:rPr lang="en-US" altLang="ja-JP" smtClean="0"/>
              <a:t>5 </a:t>
            </a:r>
            <a:r>
              <a:rPr lang="ja-JP" altLang="en-US" smtClean="0"/>
              <a:t>レベル</a:t>
            </a:r>
            <a:endParaRPr kumimoji="0" lang="en-US"/>
          </a:p>
        </p:txBody>
      </p:sp>
      <p:sp>
        <p:nvSpPr>
          <p:cNvPr id="6" name="コンテンツ プレースホルダー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ja-JP" altLang="en-US" smtClean="0"/>
              <a:t>マスター テキストの書式設定</a:t>
            </a:r>
          </a:p>
          <a:p>
            <a:pPr lvl="1" eaLnBrk="1" latinLnBrk="0" hangingPunct="1"/>
            <a:r>
              <a:rPr lang="ja-JP" altLang="en-US" smtClean="0"/>
              <a:t>第 </a:t>
            </a:r>
            <a:r>
              <a:rPr lang="en-US" altLang="ja-JP" smtClean="0"/>
              <a:t>2 </a:t>
            </a:r>
            <a:r>
              <a:rPr lang="ja-JP" altLang="en-US" smtClean="0"/>
              <a:t>レベル</a:t>
            </a:r>
          </a:p>
          <a:p>
            <a:pPr lvl="2" eaLnBrk="1" latinLnBrk="0" hangingPunct="1"/>
            <a:r>
              <a:rPr lang="ja-JP" altLang="en-US" smtClean="0"/>
              <a:t>第 </a:t>
            </a:r>
            <a:r>
              <a:rPr lang="en-US" altLang="ja-JP" smtClean="0"/>
              <a:t>3 </a:t>
            </a:r>
            <a:r>
              <a:rPr lang="ja-JP" altLang="en-US" smtClean="0"/>
              <a:t>レベル</a:t>
            </a:r>
          </a:p>
          <a:p>
            <a:pPr lvl="3" eaLnBrk="1" latinLnBrk="0" hangingPunct="1"/>
            <a:r>
              <a:rPr lang="ja-JP" altLang="en-US" smtClean="0"/>
              <a:t>第 </a:t>
            </a:r>
            <a:r>
              <a:rPr lang="en-US" altLang="ja-JP" smtClean="0"/>
              <a:t>4 </a:t>
            </a:r>
            <a:r>
              <a:rPr lang="ja-JP" altLang="en-US" smtClean="0"/>
              <a:t>レベル</a:t>
            </a:r>
          </a:p>
          <a:p>
            <a:pPr lvl="4" eaLnBrk="1" latinLnBrk="0" hangingPunct="1"/>
            <a:r>
              <a:rPr lang="ja-JP" altLang="en-US" smtClean="0"/>
              <a:t>第 </a:t>
            </a:r>
            <a:r>
              <a:rPr lang="en-US" altLang="ja-JP" smtClean="0"/>
              <a:t>5 </a:t>
            </a:r>
            <a:r>
              <a:rPr lang="ja-JP" altLang="en-US" smtClean="0"/>
              <a:t>レベル</a:t>
            </a:r>
            <a:endParaRPr kumimoji="0" lang="en-US"/>
          </a:p>
        </p:txBody>
      </p:sp>
      <p:sp>
        <p:nvSpPr>
          <p:cNvPr id="26" name="日付プレースホルダー 25"/>
          <p:cNvSpPr>
            <a:spLocks noGrp="1"/>
          </p:cNvSpPr>
          <p:nvPr>
            <p:ph type="dt" sz="half" idx="10"/>
          </p:nvPr>
        </p:nvSpPr>
        <p:spPr/>
        <p:txBody>
          <a:bodyPr rtlCol="0"/>
          <a:lstStyle/>
          <a:p>
            <a:fld id="{130D013B-003B-4DB9-B31E-A39F821C936C}" type="datetimeFigureOut">
              <a:rPr kumimoji="1" lang="ja-JP" altLang="en-US" smtClean="0"/>
              <a:t>2016/12/22</a:t>
            </a:fld>
            <a:endParaRPr kumimoji="1" lang="ja-JP" altLang="en-US"/>
          </a:p>
        </p:txBody>
      </p:sp>
      <p:sp>
        <p:nvSpPr>
          <p:cNvPr id="27" name="スライド番号プレースホルダー 26"/>
          <p:cNvSpPr>
            <a:spLocks noGrp="1"/>
          </p:cNvSpPr>
          <p:nvPr>
            <p:ph type="sldNum" sz="quarter" idx="11"/>
          </p:nvPr>
        </p:nvSpPr>
        <p:spPr/>
        <p:txBody>
          <a:bodyPr rtlCol="0"/>
          <a:lstStyle/>
          <a:p>
            <a:fld id="{F5EEE1D7-9AE5-41C9-AB6A-398E3842BC4B}" type="slidenum">
              <a:rPr kumimoji="1" lang="ja-JP" altLang="en-US" smtClean="0"/>
              <a:t>‹#›</a:t>
            </a:fld>
            <a:endParaRPr kumimoji="1" lang="ja-JP" altLang="en-US"/>
          </a:p>
        </p:txBody>
      </p:sp>
      <p:sp>
        <p:nvSpPr>
          <p:cNvPr id="28" name="フッター プレースホルダー 27"/>
          <p:cNvSpPr>
            <a:spLocks noGrp="1"/>
          </p:cNvSpPr>
          <p:nvPr>
            <p:ph type="ftr" sz="quarter" idx="12"/>
          </p:nvPr>
        </p:nvSpPr>
        <p:spPr/>
        <p:txBody>
          <a:bodyPr rtlCol="0"/>
          <a:lstStyle/>
          <a:p>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ja-JP" altLang="en-US" smtClean="0"/>
              <a:t>マスター タイトルの書式設定</a:t>
            </a:r>
            <a:endParaRPr kumimoji="0" lang="en-US"/>
          </a:p>
        </p:txBody>
      </p:sp>
      <p:sp>
        <p:nvSpPr>
          <p:cNvPr id="3" name="日付プレースホルダー 2"/>
          <p:cNvSpPr>
            <a:spLocks noGrp="1"/>
          </p:cNvSpPr>
          <p:nvPr>
            <p:ph type="dt" sz="half" idx="10"/>
          </p:nvPr>
        </p:nvSpPr>
        <p:spPr>
          <a:xfrm>
            <a:off x="6583680" y="612648"/>
            <a:ext cx="957264" cy="457200"/>
          </a:xfrm>
        </p:spPr>
        <p:txBody>
          <a:bodyPr/>
          <a:lstStyle/>
          <a:p>
            <a:fld id="{130D013B-003B-4DB9-B31E-A39F821C936C}" type="datetimeFigureOut">
              <a:rPr kumimoji="1" lang="ja-JP" altLang="en-US" smtClean="0"/>
              <a:t>2016/12/22</a:t>
            </a:fld>
            <a:endParaRPr kumimoji="1" lang="ja-JP" altLang="en-US"/>
          </a:p>
        </p:txBody>
      </p:sp>
      <p:sp>
        <p:nvSpPr>
          <p:cNvPr id="4" name="フッター プレースホルダー 3"/>
          <p:cNvSpPr>
            <a:spLocks noGrp="1"/>
          </p:cNvSpPr>
          <p:nvPr>
            <p:ph type="ftr" sz="quarter" idx="11"/>
          </p:nvPr>
        </p:nvSpPr>
        <p:spPr>
          <a:xfrm>
            <a:off x="5257800" y="612648"/>
            <a:ext cx="1325880" cy="457200"/>
          </a:xfrm>
        </p:spPr>
        <p:txBody>
          <a:bodyPr/>
          <a:lstStyle/>
          <a:p>
            <a:endParaRPr kumimoji="1" lang="ja-JP" altLang="en-US"/>
          </a:p>
        </p:txBody>
      </p:sp>
      <p:sp>
        <p:nvSpPr>
          <p:cNvPr id="5" name="スライド番号プレースホルダー 4"/>
          <p:cNvSpPr>
            <a:spLocks noGrp="1"/>
          </p:cNvSpPr>
          <p:nvPr>
            <p:ph type="sldNum" sz="quarter" idx="12"/>
          </p:nvPr>
        </p:nvSpPr>
        <p:spPr>
          <a:xfrm>
            <a:off x="8174736" y="2272"/>
            <a:ext cx="762000" cy="365760"/>
          </a:xfrm>
        </p:spPr>
        <p:txBody>
          <a:bodyPr/>
          <a:lstStyle/>
          <a:p>
            <a:fld id="{F5EEE1D7-9AE5-41C9-AB6A-398E3842BC4B}" type="slidenum">
              <a:rPr kumimoji="1" lang="ja-JP" altLang="en-US" smtClean="0"/>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130D013B-003B-4DB9-B31E-A39F821C936C}" type="datetimeFigureOut">
              <a:rPr kumimoji="1" lang="ja-JP" altLang="en-US" smtClean="0"/>
              <a:t>2016/12/22</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F5EEE1D7-9AE5-41C9-AB6A-398E3842BC4B}" type="slidenum">
              <a:rPr kumimoji="1" lang="ja-JP" altLang="en-US" smtClean="0"/>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5353496" y="1101970"/>
            <a:ext cx="3383280" cy="877824"/>
          </a:xfrm>
        </p:spPr>
        <p:txBody>
          <a:bodyPr anchor="b"/>
          <a:lstStyle>
            <a:lvl1pPr algn="l">
              <a:buNone/>
              <a:defRPr sz="1800" b="1"/>
            </a:lvl1pPr>
          </a:lstStyle>
          <a:p>
            <a:r>
              <a:rPr kumimoji="0" lang="ja-JP" altLang="en-US" smtClean="0"/>
              <a:t>マスター タイトルの書式設定</a:t>
            </a:r>
            <a:endParaRPr kumimoji="0" lang="en-US"/>
          </a:p>
        </p:txBody>
      </p:sp>
      <p:sp>
        <p:nvSpPr>
          <p:cNvPr id="3" name="テキスト プレースホルダー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ja-JP" altLang="en-US" smtClean="0"/>
              <a:t>マスター テキストの書式設定</a:t>
            </a:r>
          </a:p>
        </p:txBody>
      </p:sp>
      <p:sp>
        <p:nvSpPr>
          <p:cNvPr id="4" name="コンテンツ プレースホルダー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ja-JP" altLang="en-US" smtClean="0"/>
              <a:t>マスター テキストの書式設定</a:t>
            </a:r>
          </a:p>
          <a:p>
            <a:pPr lvl="1" eaLnBrk="1" latinLnBrk="0" hangingPunct="1"/>
            <a:r>
              <a:rPr lang="ja-JP" altLang="en-US" smtClean="0"/>
              <a:t>第 </a:t>
            </a:r>
            <a:r>
              <a:rPr lang="en-US" altLang="ja-JP" smtClean="0"/>
              <a:t>2 </a:t>
            </a:r>
            <a:r>
              <a:rPr lang="ja-JP" altLang="en-US" smtClean="0"/>
              <a:t>レベル</a:t>
            </a:r>
          </a:p>
          <a:p>
            <a:pPr lvl="2" eaLnBrk="1" latinLnBrk="0" hangingPunct="1"/>
            <a:r>
              <a:rPr lang="ja-JP" altLang="en-US" smtClean="0"/>
              <a:t>第 </a:t>
            </a:r>
            <a:r>
              <a:rPr lang="en-US" altLang="ja-JP" smtClean="0"/>
              <a:t>3 </a:t>
            </a:r>
            <a:r>
              <a:rPr lang="ja-JP" altLang="en-US" smtClean="0"/>
              <a:t>レベル</a:t>
            </a:r>
          </a:p>
          <a:p>
            <a:pPr lvl="3" eaLnBrk="1" latinLnBrk="0" hangingPunct="1"/>
            <a:r>
              <a:rPr lang="ja-JP" altLang="en-US" smtClean="0"/>
              <a:t>第 </a:t>
            </a:r>
            <a:r>
              <a:rPr lang="en-US" altLang="ja-JP" smtClean="0"/>
              <a:t>4 </a:t>
            </a:r>
            <a:r>
              <a:rPr lang="ja-JP" altLang="en-US" smtClean="0"/>
              <a:t>レベル</a:t>
            </a:r>
          </a:p>
          <a:p>
            <a:pPr lvl="4" eaLnBrk="1" latinLnBrk="0" hangingPunct="1"/>
            <a:r>
              <a:rPr lang="ja-JP" altLang="en-US" smtClean="0"/>
              <a:t>第 </a:t>
            </a:r>
            <a:r>
              <a:rPr lang="en-US" altLang="ja-JP" smtClean="0"/>
              <a:t>5 </a:t>
            </a:r>
            <a:r>
              <a:rPr lang="ja-JP" altLang="en-US" smtClean="0"/>
              <a:t>レベル</a:t>
            </a:r>
            <a:endParaRPr kumimoji="0" lang="en-US"/>
          </a:p>
        </p:txBody>
      </p:sp>
      <p:sp>
        <p:nvSpPr>
          <p:cNvPr id="5" name="日付プレースホルダー 4"/>
          <p:cNvSpPr>
            <a:spLocks noGrp="1"/>
          </p:cNvSpPr>
          <p:nvPr>
            <p:ph type="dt" sz="half" idx="10"/>
          </p:nvPr>
        </p:nvSpPr>
        <p:spPr/>
        <p:txBody>
          <a:bodyPr/>
          <a:lstStyle/>
          <a:p>
            <a:fld id="{130D013B-003B-4DB9-B31E-A39F821C936C}" type="datetimeFigureOut">
              <a:rPr kumimoji="1" lang="ja-JP" altLang="en-US" smtClean="0"/>
              <a:t>2016/12/22</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F5EEE1D7-9AE5-41C9-AB6A-398E3842BC4B}" type="slidenum">
              <a:rPr kumimoji="1" lang="ja-JP" altLang="en-US" smtClean="0"/>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ja-JP" altLang="en-US" smtClean="0"/>
              <a:t>マスター タイトルの書式設定</a:t>
            </a:r>
            <a:endParaRPr kumimoji="0" lang="en-US"/>
          </a:p>
        </p:txBody>
      </p:sp>
      <p:sp>
        <p:nvSpPr>
          <p:cNvPr id="3" name="図プレースホルダー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ja-JP" altLang="en-US" smtClean="0"/>
              <a:t>アイコンをクリックして図を追加</a:t>
            </a:r>
            <a:endParaRPr kumimoji="0" lang="en-US" dirty="0"/>
          </a:p>
        </p:txBody>
      </p:sp>
      <p:sp>
        <p:nvSpPr>
          <p:cNvPr id="4" name="テキスト プレースホルダー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ja-JP" altLang="en-US" smtClean="0"/>
              <a:t>マスター テキストの書式設定</a:t>
            </a:r>
          </a:p>
        </p:txBody>
      </p:sp>
      <p:sp>
        <p:nvSpPr>
          <p:cNvPr id="5" name="日付プレースホルダー 4"/>
          <p:cNvSpPr>
            <a:spLocks noGrp="1"/>
          </p:cNvSpPr>
          <p:nvPr>
            <p:ph type="dt" sz="half" idx="10"/>
          </p:nvPr>
        </p:nvSpPr>
        <p:spPr/>
        <p:txBody>
          <a:bodyPr/>
          <a:lstStyle/>
          <a:p>
            <a:fld id="{130D013B-003B-4DB9-B31E-A39F821C936C}" type="datetimeFigureOut">
              <a:rPr kumimoji="1" lang="ja-JP" altLang="en-US" smtClean="0"/>
              <a:t>2016/12/22</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F5EEE1D7-9AE5-41C9-AB6A-398E3842BC4B}" type="slidenum">
              <a:rPr kumimoji="1" lang="ja-JP" altLang="en-US" smtClean="0"/>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0" lang="ja-JP" altLang="en-US" smtClean="0"/>
              <a:t>マスター タイトルの書式設定</a:t>
            </a:r>
            <a:endParaRPr kumimoji="0" lang="en-US"/>
          </a:p>
        </p:txBody>
      </p:sp>
      <p:sp>
        <p:nvSpPr>
          <p:cNvPr id="3" name="縦書きテキスト プレースホルダー 2"/>
          <p:cNvSpPr>
            <a:spLocks noGrp="1"/>
          </p:cNvSpPr>
          <p:nvPr>
            <p:ph type="body" orient="vert" idx="1"/>
          </p:nvPr>
        </p:nvSpPr>
        <p:spPr/>
        <p:txBody>
          <a:bodyPr vert="eaVert"/>
          <a:lstStyle/>
          <a:p>
            <a:pPr lvl="0" eaLnBrk="1" latinLnBrk="0" hangingPunct="1"/>
            <a:r>
              <a:rPr lang="ja-JP" altLang="en-US" smtClean="0"/>
              <a:t>マスター テキストの書式設定</a:t>
            </a:r>
          </a:p>
          <a:p>
            <a:pPr lvl="1" eaLnBrk="1" latinLnBrk="0" hangingPunct="1"/>
            <a:r>
              <a:rPr lang="ja-JP" altLang="en-US" smtClean="0"/>
              <a:t>第 </a:t>
            </a:r>
            <a:r>
              <a:rPr lang="en-US" altLang="ja-JP" smtClean="0"/>
              <a:t>2 </a:t>
            </a:r>
            <a:r>
              <a:rPr lang="ja-JP" altLang="en-US" smtClean="0"/>
              <a:t>レベル</a:t>
            </a:r>
          </a:p>
          <a:p>
            <a:pPr lvl="2" eaLnBrk="1" latinLnBrk="0" hangingPunct="1"/>
            <a:r>
              <a:rPr lang="ja-JP" altLang="en-US" smtClean="0"/>
              <a:t>第 </a:t>
            </a:r>
            <a:r>
              <a:rPr lang="en-US" altLang="ja-JP" smtClean="0"/>
              <a:t>3 </a:t>
            </a:r>
            <a:r>
              <a:rPr lang="ja-JP" altLang="en-US" smtClean="0"/>
              <a:t>レベル</a:t>
            </a:r>
          </a:p>
          <a:p>
            <a:pPr lvl="3" eaLnBrk="1" latinLnBrk="0" hangingPunct="1"/>
            <a:r>
              <a:rPr lang="ja-JP" altLang="en-US" smtClean="0"/>
              <a:t>第 </a:t>
            </a:r>
            <a:r>
              <a:rPr lang="en-US" altLang="ja-JP" smtClean="0"/>
              <a:t>4 </a:t>
            </a:r>
            <a:r>
              <a:rPr lang="ja-JP" altLang="en-US" smtClean="0"/>
              <a:t>レベル</a:t>
            </a:r>
          </a:p>
          <a:p>
            <a:pPr lvl="4" eaLnBrk="1" latinLnBrk="0" hangingPunct="1"/>
            <a:r>
              <a:rPr lang="ja-JP" altLang="en-US" smtClean="0"/>
              <a:t>第 </a:t>
            </a:r>
            <a:r>
              <a:rPr lang="en-US" altLang="ja-JP" smtClean="0"/>
              <a:t>5 </a:t>
            </a:r>
            <a:r>
              <a:rPr lang="ja-JP" altLang="en-US" smtClean="0"/>
              <a:t>レベル</a:t>
            </a:r>
            <a:endParaRPr kumimoji="0" lang="en-US"/>
          </a:p>
        </p:txBody>
      </p:sp>
      <p:sp>
        <p:nvSpPr>
          <p:cNvPr id="4" name="日付プレースホルダー 3"/>
          <p:cNvSpPr>
            <a:spLocks noGrp="1"/>
          </p:cNvSpPr>
          <p:nvPr>
            <p:ph type="dt" sz="half" idx="10"/>
          </p:nvPr>
        </p:nvSpPr>
        <p:spPr/>
        <p:txBody>
          <a:bodyPr/>
          <a:lstStyle/>
          <a:p>
            <a:fld id="{130D013B-003B-4DB9-B31E-A39F821C936C}" type="datetimeFigureOut">
              <a:rPr kumimoji="1" lang="ja-JP" altLang="en-US" smtClean="0"/>
              <a:t>2016/12/22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F5EEE1D7-9AE5-41C9-AB6A-398E3842BC4B}" type="slidenum">
              <a:rPr kumimoji="1" lang="ja-JP" altLang="en-US" smtClean="0"/>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781800" y="1143000"/>
            <a:ext cx="1905000" cy="5486400"/>
          </a:xfrm>
        </p:spPr>
        <p:txBody>
          <a:bodyPr vert="eaVert"/>
          <a:lstStyle/>
          <a:p>
            <a:r>
              <a:rPr kumimoji="0" lang="ja-JP" altLang="en-US" smtClean="0"/>
              <a:t>マスター タイトルの書式設定</a:t>
            </a:r>
            <a:endParaRPr kumimoji="0" lang="en-US"/>
          </a:p>
        </p:txBody>
      </p:sp>
      <p:sp>
        <p:nvSpPr>
          <p:cNvPr id="3" name="縦書きテキスト プレースホルダー 2"/>
          <p:cNvSpPr>
            <a:spLocks noGrp="1"/>
          </p:cNvSpPr>
          <p:nvPr>
            <p:ph type="body" orient="vert" idx="1"/>
          </p:nvPr>
        </p:nvSpPr>
        <p:spPr>
          <a:xfrm>
            <a:off x="457200" y="1143000"/>
            <a:ext cx="6248400" cy="5486400"/>
          </a:xfrm>
        </p:spPr>
        <p:txBody>
          <a:bodyPr vert="eaVert"/>
          <a:lstStyle/>
          <a:p>
            <a:pPr lvl="0" eaLnBrk="1" latinLnBrk="0" hangingPunct="1"/>
            <a:r>
              <a:rPr lang="ja-JP" altLang="en-US" smtClean="0"/>
              <a:t>マスター テキストの書式設定</a:t>
            </a:r>
          </a:p>
          <a:p>
            <a:pPr lvl="1" eaLnBrk="1" latinLnBrk="0" hangingPunct="1"/>
            <a:r>
              <a:rPr lang="ja-JP" altLang="en-US" smtClean="0"/>
              <a:t>第 </a:t>
            </a:r>
            <a:r>
              <a:rPr lang="en-US" altLang="ja-JP" smtClean="0"/>
              <a:t>2 </a:t>
            </a:r>
            <a:r>
              <a:rPr lang="ja-JP" altLang="en-US" smtClean="0"/>
              <a:t>レベル</a:t>
            </a:r>
          </a:p>
          <a:p>
            <a:pPr lvl="2" eaLnBrk="1" latinLnBrk="0" hangingPunct="1"/>
            <a:r>
              <a:rPr lang="ja-JP" altLang="en-US" smtClean="0"/>
              <a:t>第 </a:t>
            </a:r>
            <a:r>
              <a:rPr lang="en-US" altLang="ja-JP" smtClean="0"/>
              <a:t>3 </a:t>
            </a:r>
            <a:r>
              <a:rPr lang="ja-JP" altLang="en-US" smtClean="0"/>
              <a:t>レベル</a:t>
            </a:r>
          </a:p>
          <a:p>
            <a:pPr lvl="3" eaLnBrk="1" latinLnBrk="0" hangingPunct="1"/>
            <a:r>
              <a:rPr lang="ja-JP" altLang="en-US" smtClean="0"/>
              <a:t>第 </a:t>
            </a:r>
            <a:r>
              <a:rPr lang="en-US" altLang="ja-JP" smtClean="0"/>
              <a:t>4 </a:t>
            </a:r>
            <a:r>
              <a:rPr lang="ja-JP" altLang="en-US" smtClean="0"/>
              <a:t>レベル</a:t>
            </a:r>
          </a:p>
          <a:p>
            <a:pPr lvl="4" eaLnBrk="1" latinLnBrk="0" hangingPunct="1"/>
            <a:r>
              <a:rPr lang="ja-JP" altLang="en-US" smtClean="0"/>
              <a:t>第 </a:t>
            </a:r>
            <a:r>
              <a:rPr lang="en-US" altLang="ja-JP" smtClean="0"/>
              <a:t>5 </a:t>
            </a:r>
            <a:r>
              <a:rPr lang="ja-JP" altLang="en-US" smtClean="0"/>
              <a:t>レベル</a:t>
            </a:r>
            <a:endParaRPr kumimoji="0" lang="en-US"/>
          </a:p>
        </p:txBody>
      </p:sp>
      <p:sp>
        <p:nvSpPr>
          <p:cNvPr id="4" name="日付プレースホルダー 3"/>
          <p:cNvSpPr>
            <a:spLocks noGrp="1"/>
          </p:cNvSpPr>
          <p:nvPr>
            <p:ph type="dt" sz="half" idx="10"/>
          </p:nvPr>
        </p:nvSpPr>
        <p:spPr/>
        <p:txBody>
          <a:bodyPr/>
          <a:lstStyle/>
          <a:p>
            <a:fld id="{130D013B-003B-4DB9-B31E-A39F821C936C}" type="datetimeFigureOut">
              <a:rPr kumimoji="1" lang="ja-JP" altLang="en-US" smtClean="0"/>
              <a:t>2016/12/22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F5EEE1D7-9AE5-41C9-AB6A-398E3842BC4B}" type="slidenum">
              <a:rPr kumimoji="1" lang="ja-JP" altLang="en-US" smtClean="0"/>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正方形/長方形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正方形/長方形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正方形/長方形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正方形/長方形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正方形/長方形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角丸四角形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角丸四角形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正方形/長方形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正方形/長方形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正方形/長方形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正方形/長方形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正方形/長方形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正方形/長方形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タイトル プレースホルダー 21"/>
          <p:cNvSpPr>
            <a:spLocks noGrp="1"/>
          </p:cNvSpPr>
          <p:nvPr>
            <p:ph type="title"/>
          </p:nvPr>
        </p:nvSpPr>
        <p:spPr>
          <a:xfrm>
            <a:off x="457200" y="1143000"/>
            <a:ext cx="8229600" cy="1066800"/>
          </a:xfrm>
          <a:prstGeom prst="rect">
            <a:avLst/>
          </a:prstGeom>
        </p:spPr>
        <p:txBody>
          <a:bodyPr vert="horz" anchor="ctr">
            <a:normAutofit/>
          </a:bodyPr>
          <a:lstStyle/>
          <a:p>
            <a:r>
              <a:rPr kumimoji="0" lang="ja-JP" altLang="en-US" smtClean="0"/>
              <a:t>マスター タイトルの書式設定</a:t>
            </a:r>
            <a:endParaRPr kumimoji="0" lang="en-US"/>
          </a:p>
        </p:txBody>
      </p:sp>
      <p:sp>
        <p:nvSpPr>
          <p:cNvPr id="13" name="テキスト プレースホルダー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ja-JP" altLang="en-US" smtClean="0"/>
              <a:t>マスター テキストの書式設定</a:t>
            </a:r>
          </a:p>
          <a:p>
            <a:pPr lvl="1" eaLnBrk="1" latinLnBrk="0" hangingPunct="1"/>
            <a:r>
              <a:rPr kumimoji="0" lang="ja-JP" altLang="en-US" smtClean="0"/>
              <a:t>第 </a:t>
            </a:r>
            <a:r>
              <a:rPr kumimoji="0" lang="en-US" altLang="ja-JP" smtClean="0"/>
              <a:t>2 </a:t>
            </a:r>
            <a:r>
              <a:rPr kumimoji="0" lang="ja-JP" altLang="en-US" smtClean="0"/>
              <a:t>レベル</a:t>
            </a:r>
          </a:p>
          <a:p>
            <a:pPr lvl="2" eaLnBrk="1" latinLnBrk="0" hangingPunct="1"/>
            <a:r>
              <a:rPr kumimoji="0" lang="ja-JP" altLang="en-US" smtClean="0"/>
              <a:t>第 </a:t>
            </a:r>
            <a:r>
              <a:rPr kumimoji="0" lang="en-US" altLang="ja-JP" smtClean="0"/>
              <a:t>3 </a:t>
            </a:r>
            <a:r>
              <a:rPr kumimoji="0" lang="ja-JP" altLang="en-US" smtClean="0"/>
              <a:t>レベル</a:t>
            </a:r>
          </a:p>
          <a:p>
            <a:pPr lvl="3" eaLnBrk="1" latinLnBrk="0" hangingPunct="1"/>
            <a:r>
              <a:rPr kumimoji="0" lang="ja-JP" altLang="en-US" smtClean="0"/>
              <a:t>第 </a:t>
            </a:r>
            <a:r>
              <a:rPr kumimoji="0" lang="en-US" altLang="ja-JP" smtClean="0"/>
              <a:t>4 </a:t>
            </a:r>
            <a:r>
              <a:rPr kumimoji="0" lang="ja-JP" altLang="en-US" smtClean="0"/>
              <a:t>レベル</a:t>
            </a:r>
          </a:p>
          <a:p>
            <a:pPr lvl="4" eaLnBrk="1" latinLnBrk="0" hangingPunct="1"/>
            <a:r>
              <a:rPr kumimoji="0" lang="ja-JP" altLang="en-US" smtClean="0"/>
              <a:t>第 </a:t>
            </a:r>
            <a:r>
              <a:rPr kumimoji="0" lang="en-US" altLang="ja-JP" smtClean="0"/>
              <a:t>5 </a:t>
            </a:r>
            <a:r>
              <a:rPr kumimoji="0" lang="ja-JP" altLang="en-US" smtClean="0"/>
              <a:t>レベル</a:t>
            </a:r>
            <a:endParaRPr kumimoji="0" lang="en-US"/>
          </a:p>
        </p:txBody>
      </p:sp>
      <p:sp>
        <p:nvSpPr>
          <p:cNvPr id="14" name="日付プレースホルダー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130D013B-003B-4DB9-B31E-A39F821C936C}" type="datetimeFigureOut">
              <a:rPr kumimoji="1" lang="ja-JP" altLang="en-US" smtClean="0"/>
              <a:t>2016/12/22</a:t>
            </a:fld>
            <a:endParaRPr kumimoji="1" lang="ja-JP" altLang="en-US"/>
          </a:p>
        </p:txBody>
      </p:sp>
      <p:sp>
        <p:nvSpPr>
          <p:cNvPr id="3" name="フッター プレースホルダー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kumimoji="1" lang="ja-JP" altLang="en-US"/>
          </a:p>
        </p:txBody>
      </p:sp>
      <p:sp>
        <p:nvSpPr>
          <p:cNvPr id="23" name="スライド番号プレースホルダー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F5EEE1D7-9AE5-41C9-AB6A-398E3842BC4B}"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1"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1"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1"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1"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1"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1"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1"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1"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1"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1" sz="1400" kern="1200" baseline="0">
          <a:solidFill>
            <a:schemeClr val="accent3"/>
          </a:solidFill>
          <a:latin typeface="+mn-lt"/>
          <a:ea typeface="+mn-ea"/>
          <a:cs typeface="+mn-cs"/>
        </a:defRPr>
      </a:lvl9pPr>
    </p:bodyStyle>
    <p:otherStyle>
      <a:lvl1pPr marL="0" algn="l" rtl="0" eaLnBrk="1" latinLnBrk="0" hangingPunct="1">
        <a:defRPr kumimoji="1" kern="1200">
          <a:solidFill>
            <a:schemeClr val="tx1"/>
          </a:solidFill>
          <a:latin typeface="+mn-lt"/>
          <a:ea typeface="+mn-ea"/>
          <a:cs typeface="+mn-cs"/>
        </a:defRPr>
      </a:lvl1pPr>
      <a:lvl2pPr marL="457200" algn="l" rtl="0" eaLnBrk="1" latinLnBrk="0" hangingPunct="1">
        <a:defRPr kumimoji="1" kern="1200">
          <a:solidFill>
            <a:schemeClr val="tx1"/>
          </a:solidFill>
          <a:latin typeface="+mn-lt"/>
          <a:ea typeface="+mn-ea"/>
          <a:cs typeface="+mn-cs"/>
        </a:defRPr>
      </a:lvl2pPr>
      <a:lvl3pPr marL="914400" algn="l" rtl="0" eaLnBrk="1" latinLnBrk="0" hangingPunct="1">
        <a:defRPr kumimoji="1" kern="1200">
          <a:solidFill>
            <a:schemeClr val="tx1"/>
          </a:solidFill>
          <a:latin typeface="+mn-lt"/>
          <a:ea typeface="+mn-ea"/>
          <a:cs typeface="+mn-cs"/>
        </a:defRPr>
      </a:lvl3pPr>
      <a:lvl4pPr marL="1371600" algn="l" rtl="0" eaLnBrk="1" latinLnBrk="0" hangingPunct="1">
        <a:defRPr kumimoji="1" kern="1200">
          <a:solidFill>
            <a:schemeClr val="tx1"/>
          </a:solidFill>
          <a:latin typeface="+mn-lt"/>
          <a:ea typeface="+mn-ea"/>
          <a:cs typeface="+mn-cs"/>
        </a:defRPr>
      </a:lvl4pPr>
      <a:lvl5pPr marL="1828800" algn="l" rtl="0" eaLnBrk="1" latinLnBrk="0" hangingPunct="1">
        <a:defRPr kumimoji="1" kern="1200">
          <a:solidFill>
            <a:schemeClr val="tx1"/>
          </a:solidFill>
          <a:latin typeface="+mn-lt"/>
          <a:ea typeface="+mn-ea"/>
          <a:cs typeface="+mn-cs"/>
        </a:defRPr>
      </a:lvl5pPr>
      <a:lvl6pPr marL="2286000" algn="l" rtl="0" eaLnBrk="1" latinLnBrk="0" hangingPunct="1">
        <a:defRPr kumimoji="1" kern="1200">
          <a:solidFill>
            <a:schemeClr val="tx1"/>
          </a:solidFill>
          <a:latin typeface="+mn-lt"/>
          <a:ea typeface="+mn-ea"/>
          <a:cs typeface="+mn-cs"/>
        </a:defRPr>
      </a:lvl6pPr>
      <a:lvl7pPr marL="2743200" algn="l" rtl="0" eaLnBrk="1" latinLnBrk="0" hangingPunct="1">
        <a:defRPr kumimoji="1" kern="1200">
          <a:solidFill>
            <a:schemeClr val="tx1"/>
          </a:solidFill>
          <a:latin typeface="+mn-lt"/>
          <a:ea typeface="+mn-ea"/>
          <a:cs typeface="+mn-cs"/>
        </a:defRPr>
      </a:lvl7pPr>
      <a:lvl8pPr marL="3200400" algn="l" rtl="0" eaLnBrk="1" latinLnBrk="0" hangingPunct="1">
        <a:defRPr kumimoji="1" kern="1200">
          <a:solidFill>
            <a:schemeClr val="tx1"/>
          </a:solidFill>
          <a:latin typeface="+mn-lt"/>
          <a:ea typeface="+mn-ea"/>
          <a:cs typeface="+mn-cs"/>
        </a:defRPr>
      </a:lvl8pPr>
      <a:lvl9pPr marL="3657600" algn="l" rtl="0" eaLnBrk="1" latinLnBrk="0" hangingPunct="1">
        <a:defRPr kumimoji="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395536" y="1988840"/>
            <a:ext cx="8458200" cy="1470025"/>
          </a:xfrm>
        </p:spPr>
        <p:txBody>
          <a:bodyPr>
            <a:normAutofit/>
          </a:bodyPr>
          <a:lstStyle/>
          <a:p>
            <a:r>
              <a:rPr lang="en-US" altLang="ja-JP" dirty="0" smtClean="0"/>
              <a:t>15.</a:t>
            </a:r>
            <a:r>
              <a:rPr lang="ja-JP" altLang="en-US" dirty="0" smtClean="0"/>
              <a:t>入力デバイスに水を用いて</a:t>
            </a:r>
            <a:r>
              <a:rPr lang="en-US" altLang="ja-JP" dirty="0" smtClean="0"/>
              <a:t/>
            </a:r>
            <a:br>
              <a:rPr lang="en-US" altLang="ja-JP" dirty="0" smtClean="0"/>
            </a:br>
            <a:r>
              <a:rPr lang="ja-JP" altLang="en-US" dirty="0" smtClean="0"/>
              <a:t>　 音を生成するアート作品</a:t>
            </a:r>
            <a:endParaRPr kumimoji="1" lang="ja-JP" altLang="en-US" sz="4200" dirty="0"/>
          </a:p>
        </p:txBody>
      </p:sp>
      <p:sp>
        <p:nvSpPr>
          <p:cNvPr id="3" name="サブタイトル 2"/>
          <p:cNvSpPr>
            <a:spLocks noGrp="1"/>
          </p:cNvSpPr>
          <p:nvPr>
            <p:ph type="subTitle" idx="1"/>
          </p:nvPr>
        </p:nvSpPr>
        <p:spPr>
          <a:xfrm>
            <a:off x="467544" y="4077072"/>
            <a:ext cx="4953000" cy="1752600"/>
          </a:xfrm>
        </p:spPr>
        <p:txBody>
          <a:bodyPr>
            <a:normAutofit/>
          </a:bodyPr>
          <a:lstStyle/>
          <a:p>
            <a:r>
              <a:rPr kumimoji="1" lang="ja-JP" altLang="en-US" dirty="0" smtClean="0"/>
              <a:t>　４番　上山明江</a:t>
            </a:r>
            <a:endParaRPr kumimoji="1" lang="en-US" altLang="ja-JP" dirty="0" smtClean="0"/>
          </a:p>
          <a:p>
            <a:r>
              <a:rPr kumimoji="1" lang="ja-JP" altLang="en-US" dirty="0" smtClean="0"/>
              <a:t>１９番　東山真実</a:t>
            </a:r>
            <a:endParaRPr kumimoji="1" lang="en-US" altLang="ja-JP" dirty="0" smtClean="0"/>
          </a:p>
          <a:p>
            <a:endParaRPr lang="en-US" altLang="ja-JP" dirty="0" smtClean="0"/>
          </a:p>
          <a:p>
            <a:r>
              <a:rPr kumimoji="1" lang="ja-JP" altLang="en-US" dirty="0"/>
              <a:t>担当</a:t>
            </a:r>
            <a:r>
              <a:rPr kumimoji="1" lang="ja-JP" altLang="en-US" dirty="0" smtClean="0"/>
              <a:t>教諭：菅野研一</a:t>
            </a:r>
            <a:endParaRPr kumimoji="1" lang="ja-JP" altLang="en-US" dirty="0"/>
          </a:p>
        </p:txBody>
      </p:sp>
    </p:spTree>
    <p:extLst>
      <p:ext uri="{BB962C8B-B14F-4D97-AF65-F5344CB8AC3E}">
        <p14:creationId xmlns:p14="http://schemas.microsoft.com/office/powerpoint/2010/main" val="99554753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目的</a:t>
            </a:r>
            <a:endParaRPr kumimoji="1" lang="ja-JP" altLang="en-US" dirty="0"/>
          </a:p>
        </p:txBody>
      </p:sp>
      <p:sp>
        <p:nvSpPr>
          <p:cNvPr id="3" name="コンテンツ プレースホルダー 2"/>
          <p:cNvSpPr>
            <a:spLocks noGrp="1"/>
          </p:cNvSpPr>
          <p:nvPr>
            <p:ph idx="1"/>
          </p:nvPr>
        </p:nvSpPr>
        <p:spPr/>
        <p:txBody>
          <a:bodyPr/>
          <a:lstStyle/>
          <a:p>
            <a:r>
              <a:rPr lang="ja-JP" altLang="en-US" dirty="0" smtClean="0"/>
              <a:t>フィジカルコンピューティング手法を用いたアート作品を作成</a:t>
            </a:r>
            <a:endParaRPr lang="en-US" altLang="ja-JP" dirty="0" smtClean="0"/>
          </a:p>
          <a:p>
            <a:r>
              <a:rPr kumimoji="1" lang="ja-JP" altLang="en-US" dirty="0" smtClean="0"/>
              <a:t>フィジカルコンピューティングによって、ソフトウェアとハードウェア両方の技術向上を図る</a:t>
            </a:r>
            <a:endParaRPr kumimoji="1" lang="ja-JP" altLang="en-US" dirty="0"/>
          </a:p>
        </p:txBody>
      </p:sp>
    </p:spTree>
    <p:extLst>
      <p:ext uri="{BB962C8B-B14F-4D97-AF65-F5344CB8AC3E}">
        <p14:creationId xmlns:p14="http://schemas.microsoft.com/office/powerpoint/2010/main" val="281984901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研究概要</a:t>
            </a:r>
            <a:endParaRPr kumimoji="1" lang="ja-JP" altLang="en-US" dirty="0"/>
          </a:p>
        </p:txBody>
      </p:sp>
      <p:sp>
        <p:nvSpPr>
          <p:cNvPr id="3" name="コンテンツ プレースホルダー 2"/>
          <p:cNvSpPr>
            <a:spLocks noGrp="1"/>
          </p:cNvSpPr>
          <p:nvPr>
            <p:ph idx="1"/>
          </p:nvPr>
        </p:nvSpPr>
        <p:spPr/>
        <p:txBody>
          <a:bodyPr/>
          <a:lstStyle/>
          <a:p>
            <a:r>
              <a:rPr lang="en-US" altLang="ja-JP" dirty="0" err="1" smtClean="0"/>
              <a:t>Arduino</a:t>
            </a:r>
            <a:r>
              <a:rPr lang="ja-JP" altLang="en-US" dirty="0" smtClean="0"/>
              <a:t>・</a:t>
            </a:r>
            <a:r>
              <a:rPr lang="en-US" altLang="ja-JP" dirty="0" err="1" smtClean="0"/>
              <a:t>PureData</a:t>
            </a:r>
            <a:r>
              <a:rPr lang="ja-JP" altLang="en-US" dirty="0" smtClean="0"/>
              <a:t>についての研究</a:t>
            </a:r>
            <a:endParaRPr lang="en-US" altLang="ja-JP" dirty="0" smtClean="0"/>
          </a:p>
          <a:p>
            <a:r>
              <a:rPr lang="en-US" altLang="ja-JP" dirty="0" err="1" smtClean="0"/>
              <a:t>Arduino</a:t>
            </a:r>
            <a:r>
              <a:rPr lang="ja-JP" altLang="en-US" dirty="0" smtClean="0"/>
              <a:t>と</a:t>
            </a:r>
            <a:r>
              <a:rPr lang="en-US" altLang="ja-JP" dirty="0" err="1" smtClean="0"/>
              <a:t>PureData</a:t>
            </a:r>
            <a:r>
              <a:rPr lang="ja-JP" altLang="en-US" dirty="0" smtClean="0"/>
              <a:t>の動作確認</a:t>
            </a:r>
            <a:endParaRPr lang="en-US" altLang="ja-JP" dirty="0" smtClean="0"/>
          </a:p>
          <a:p>
            <a:r>
              <a:rPr lang="ja-JP" altLang="en-US" dirty="0"/>
              <a:t>使用器具などの調達・</a:t>
            </a:r>
            <a:r>
              <a:rPr lang="ja-JP" altLang="en-US" dirty="0" smtClean="0"/>
              <a:t>加工</a:t>
            </a:r>
            <a:endParaRPr lang="en-US" altLang="ja-JP" dirty="0"/>
          </a:p>
        </p:txBody>
      </p:sp>
    </p:spTree>
    <p:extLst>
      <p:ext uri="{BB962C8B-B14F-4D97-AF65-F5344CB8AC3E}">
        <p14:creationId xmlns:p14="http://schemas.microsoft.com/office/powerpoint/2010/main" val="264261518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研究概要</a:t>
            </a:r>
            <a:endParaRPr kumimoji="1" lang="ja-JP" altLang="en-US" dirty="0"/>
          </a:p>
        </p:txBody>
      </p:sp>
      <p:sp>
        <p:nvSpPr>
          <p:cNvPr id="3" name="コンテンツ プレースホルダー 2"/>
          <p:cNvSpPr>
            <a:spLocks noGrp="1"/>
          </p:cNvSpPr>
          <p:nvPr>
            <p:ph idx="1"/>
          </p:nvPr>
        </p:nvSpPr>
        <p:spPr/>
        <p:txBody>
          <a:bodyPr/>
          <a:lstStyle/>
          <a:p>
            <a:r>
              <a:rPr kumimoji="1" lang="ja-JP" altLang="en-US" dirty="0" smtClean="0"/>
              <a:t>フィジカルコンピューティングとは</a:t>
            </a:r>
            <a:endParaRPr kumimoji="1" lang="en-US" altLang="ja-JP" dirty="0" smtClean="0"/>
          </a:p>
          <a:p>
            <a:pPr lvl="1"/>
            <a:r>
              <a:rPr kumimoji="1" lang="ja-JP" altLang="en-US" dirty="0" smtClean="0"/>
              <a:t>アート分野</a:t>
            </a:r>
            <a:r>
              <a:rPr lang="ja-JP" altLang="en-US" dirty="0"/>
              <a:t>から</a:t>
            </a:r>
            <a:r>
              <a:rPr lang="ja-JP" altLang="en-US" dirty="0" smtClean="0"/>
              <a:t>始まり</a:t>
            </a:r>
            <a:r>
              <a:rPr lang="en-US" altLang="ja-JP" dirty="0" smtClean="0"/>
              <a:t>,</a:t>
            </a:r>
            <a:r>
              <a:rPr lang="ja-JP" altLang="en-US" dirty="0" smtClean="0"/>
              <a:t>現在では広く浸透している</a:t>
            </a:r>
            <a:endParaRPr kumimoji="1" lang="en-US" altLang="ja-JP" dirty="0" smtClean="0"/>
          </a:p>
          <a:p>
            <a:pPr lvl="1"/>
            <a:r>
              <a:rPr kumimoji="1" lang="ja-JP" altLang="en-US" dirty="0" smtClean="0"/>
              <a:t>ニューヨークの大学から始まった教育プログラム</a:t>
            </a:r>
            <a:r>
              <a:rPr kumimoji="1" lang="en-US" altLang="ja-JP" dirty="0" smtClean="0"/>
              <a:t>,</a:t>
            </a:r>
            <a:r>
              <a:rPr kumimoji="1" lang="ja-JP" altLang="en-US" dirty="0" smtClean="0"/>
              <a:t>教育方針ともいわれる</a:t>
            </a:r>
            <a:endParaRPr kumimoji="1" lang="en-US" altLang="ja-JP" dirty="0" smtClean="0"/>
          </a:p>
          <a:p>
            <a:pPr lvl="1"/>
            <a:r>
              <a:rPr lang="ja-JP" altLang="en-US" dirty="0" smtClean="0"/>
              <a:t>センサ</a:t>
            </a:r>
            <a:r>
              <a:rPr lang="en-US" altLang="ja-JP" dirty="0" smtClean="0"/>
              <a:t>,</a:t>
            </a:r>
            <a:r>
              <a:rPr lang="ja-JP" altLang="en-US" dirty="0" smtClean="0"/>
              <a:t>ハードウェア</a:t>
            </a:r>
            <a:r>
              <a:rPr lang="en-US" altLang="ja-JP" dirty="0" smtClean="0"/>
              <a:t>,</a:t>
            </a:r>
            <a:r>
              <a:rPr lang="ja-JP" altLang="en-US" dirty="0" smtClean="0"/>
              <a:t>ソフトウェアの組み合わせによる物理的なシステムを構築すること</a:t>
            </a:r>
            <a:endParaRPr lang="en-US" altLang="ja-JP" dirty="0" smtClean="0"/>
          </a:p>
        </p:txBody>
      </p:sp>
    </p:spTree>
    <p:extLst>
      <p:ext uri="{BB962C8B-B14F-4D97-AF65-F5344CB8AC3E}">
        <p14:creationId xmlns:p14="http://schemas.microsoft.com/office/powerpoint/2010/main" val="11636855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コンテンツ プレースホルダー 8"/>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788024" y="1052735"/>
            <a:ext cx="3744416" cy="5680907"/>
          </a:xfrm>
        </p:spPr>
      </p:pic>
      <p:sp>
        <p:nvSpPr>
          <p:cNvPr id="2" name="タイトル 1"/>
          <p:cNvSpPr>
            <a:spLocks noGrp="1"/>
          </p:cNvSpPr>
          <p:nvPr>
            <p:ph type="title"/>
          </p:nvPr>
        </p:nvSpPr>
        <p:spPr/>
        <p:txBody>
          <a:bodyPr/>
          <a:lstStyle/>
          <a:p>
            <a:r>
              <a:rPr kumimoji="1" lang="ja-JP" altLang="en-US" dirty="0" smtClean="0"/>
              <a:t>完成</a:t>
            </a:r>
            <a:r>
              <a:rPr lang="ja-JP" altLang="en-US" dirty="0"/>
              <a:t>予定図</a:t>
            </a:r>
            <a:endParaRPr kumimoji="1" lang="ja-JP" altLang="en-US" dirty="0"/>
          </a:p>
        </p:txBody>
      </p:sp>
      <p:sp>
        <p:nvSpPr>
          <p:cNvPr id="7" name="コンテンツ プレースホルダー 6"/>
          <p:cNvSpPr>
            <a:spLocks noGrp="1"/>
          </p:cNvSpPr>
          <p:nvPr>
            <p:ph sz="half" idx="1"/>
          </p:nvPr>
        </p:nvSpPr>
        <p:spPr/>
        <p:txBody>
          <a:bodyPr/>
          <a:lstStyle/>
          <a:p>
            <a:r>
              <a:rPr lang="ja-JP" altLang="en-US" sz="2400" dirty="0" smtClean="0"/>
              <a:t>容器内の水に動きを加えて、光センサで明るさの変化を検知する。</a:t>
            </a:r>
            <a:endParaRPr lang="en-US" altLang="ja-JP" sz="2400" dirty="0" smtClean="0"/>
          </a:p>
          <a:p>
            <a:r>
              <a:rPr lang="en-US" altLang="ja-JP" sz="2400" dirty="0" err="1" smtClean="0"/>
              <a:t>Arduino</a:t>
            </a:r>
            <a:r>
              <a:rPr lang="ja-JP" altLang="en-US" sz="2400" dirty="0" smtClean="0"/>
              <a:t>を介して、</a:t>
            </a:r>
            <a:r>
              <a:rPr lang="en-US" altLang="ja-JP" sz="2400" dirty="0" smtClean="0"/>
              <a:t>PC</a:t>
            </a:r>
            <a:r>
              <a:rPr lang="ja-JP" altLang="en-US" sz="2400" dirty="0" smtClean="0"/>
              <a:t>に値を送る。</a:t>
            </a:r>
            <a:endParaRPr lang="en-US" altLang="ja-JP" sz="2400" dirty="0" smtClean="0"/>
          </a:p>
          <a:p>
            <a:r>
              <a:rPr lang="ja-JP" altLang="en-US" sz="2400" dirty="0" smtClean="0"/>
              <a:t>送られてきた情報を</a:t>
            </a:r>
            <a:r>
              <a:rPr lang="en-US" altLang="ja-JP" sz="2400" dirty="0" err="1" smtClean="0"/>
              <a:t>PureData</a:t>
            </a:r>
            <a:r>
              <a:rPr lang="ja-JP" altLang="en-US" sz="2400" dirty="0" smtClean="0"/>
              <a:t>で音に変換し、スピーカーに信号を送る。</a:t>
            </a:r>
            <a:endParaRPr lang="en-US" altLang="ja-JP" sz="2400" dirty="0" smtClean="0"/>
          </a:p>
          <a:p>
            <a:r>
              <a:rPr lang="ja-JP" altLang="en-US" sz="2400" dirty="0"/>
              <a:t>一連の流れ</a:t>
            </a:r>
            <a:r>
              <a:rPr lang="ja-JP" altLang="en-US" sz="2400" dirty="0" smtClean="0"/>
              <a:t>から、音と光の演出を見られることになる。</a:t>
            </a:r>
            <a:endParaRPr lang="en-US" altLang="ja-JP" sz="2400" dirty="0" smtClean="0"/>
          </a:p>
          <a:p>
            <a:endParaRPr lang="ja-JP" altLang="en-US" dirty="0"/>
          </a:p>
        </p:txBody>
      </p:sp>
    </p:spTree>
    <p:extLst>
      <p:ext uri="{BB962C8B-B14F-4D97-AF65-F5344CB8AC3E}">
        <p14:creationId xmlns:p14="http://schemas.microsoft.com/office/powerpoint/2010/main" val="3427349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ハードウェア</a:t>
            </a:r>
            <a:endParaRPr kumimoji="1" lang="ja-JP" altLang="en-US" dirty="0"/>
          </a:p>
        </p:txBody>
      </p:sp>
      <p:sp>
        <p:nvSpPr>
          <p:cNvPr id="3" name="コンテンツ プレースホルダー 2"/>
          <p:cNvSpPr>
            <a:spLocks noGrp="1"/>
          </p:cNvSpPr>
          <p:nvPr>
            <p:ph idx="1"/>
          </p:nvPr>
        </p:nvSpPr>
        <p:spPr/>
        <p:txBody>
          <a:bodyPr/>
          <a:lstStyle/>
          <a:p>
            <a:r>
              <a:rPr lang="en-US" altLang="ja-JP" dirty="0" err="1"/>
              <a:t>Arduino</a:t>
            </a:r>
            <a:r>
              <a:rPr lang="en-US" altLang="ja-JP" dirty="0"/>
              <a:t> Mega 2560</a:t>
            </a:r>
          </a:p>
          <a:p>
            <a:pPr lvl="1"/>
            <a:r>
              <a:rPr lang="en-US" altLang="ja-JP" dirty="0"/>
              <a:t>16</a:t>
            </a:r>
            <a:r>
              <a:rPr lang="ja-JP" altLang="en-US" dirty="0"/>
              <a:t>のアナログ入力ピンを持つ</a:t>
            </a:r>
            <a:r>
              <a:rPr lang="en-US" altLang="ja-JP" dirty="0"/>
              <a:t>.</a:t>
            </a:r>
          </a:p>
          <a:p>
            <a:pPr lvl="1"/>
            <a:r>
              <a:rPr lang="en-US" altLang="ja-JP" dirty="0" err="1"/>
              <a:t>Arduino</a:t>
            </a:r>
            <a:r>
              <a:rPr lang="en-US" altLang="ja-JP" dirty="0"/>
              <a:t> Uno</a:t>
            </a:r>
            <a:r>
              <a:rPr lang="ja-JP" altLang="en-US" dirty="0"/>
              <a:t>は</a:t>
            </a:r>
            <a:r>
              <a:rPr lang="en-US" altLang="ja-JP" dirty="0"/>
              <a:t>6</a:t>
            </a:r>
            <a:r>
              <a:rPr lang="ja-JP" altLang="en-US" dirty="0"/>
              <a:t>つ持っているが</a:t>
            </a:r>
            <a:r>
              <a:rPr lang="en-US" altLang="ja-JP" dirty="0" smtClean="0"/>
              <a:t>,</a:t>
            </a:r>
            <a:r>
              <a:rPr lang="ja-JP" altLang="en-US" dirty="0"/>
              <a:t>本研究で</a:t>
            </a:r>
            <a:r>
              <a:rPr lang="ja-JP" altLang="en-US" dirty="0" smtClean="0"/>
              <a:t>は多数必要になるため</a:t>
            </a:r>
            <a:r>
              <a:rPr lang="en-US" altLang="ja-JP" dirty="0"/>
              <a:t>,</a:t>
            </a:r>
            <a:r>
              <a:rPr lang="ja-JP" altLang="en-US" dirty="0"/>
              <a:t> </a:t>
            </a:r>
            <a:r>
              <a:rPr lang="en-US" altLang="ja-JP" dirty="0" err="1"/>
              <a:t>Arduino</a:t>
            </a:r>
            <a:r>
              <a:rPr lang="en-US" altLang="ja-JP" dirty="0"/>
              <a:t> Mega 2560</a:t>
            </a:r>
            <a:r>
              <a:rPr lang="ja-JP" altLang="en-US" dirty="0"/>
              <a:t>を使用する</a:t>
            </a:r>
            <a:r>
              <a:rPr lang="en-US" altLang="ja-JP" dirty="0"/>
              <a:t>.</a:t>
            </a:r>
          </a:p>
          <a:p>
            <a:endParaRPr kumimoji="1" lang="ja-JP" altLang="en-US" dirty="0"/>
          </a:p>
        </p:txBody>
      </p:sp>
      <p:pic>
        <p:nvPicPr>
          <p:cNvPr id="4" name="図 3"/>
          <p:cNvPicPr/>
          <p:nvPr/>
        </p:nvPicPr>
        <p:blipFill>
          <a:blip r:embed="rId3" cstate="print">
            <a:extLst>
              <a:ext uri="{28A0092B-C50C-407E-A947-70E740481C1C}">
                <a14:useLocalDpi xmlns:a14="http://schemas.microsoft.com/office/drawing/2010/main" val="0"/>
              </a:ext>
            </a:extLst>
          </a:blip>
          <a:stretch>
            <a:fillRect/>
          </a:stretch>
        </p:blipFill>
        <p:spPr>
          <a:xfrm>
            <a:off x="2614310" y="4365104"/>
            <a:ext cx="3413760" cy="1658620"/>
          </a:xfrm>
          <a:prstGeom prst="rect">
            <a:avLst/>
          </a:prstGeom>
        </p:spPr>
      </p:pic>
    </p:spTree>
    <p:extLst>
      <p:ext uri="{BB962C8B-B14F-4D97-AF65-F5344CB8AC3E}">
        <p14:creationId xmlns:p14="http://schemas.microsoft.com/office/powerpoint/2010/main" val="428141041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39552" y="1101970"/>
            <a:ext cx="8197224" cy="877824"/>
          </a:xfrm>
        </p:spPr>
        <p:txBody>
          <a:bodyPr>
            <a:normAutofit/>
          </a:bodyPr>
          <a:lstStyle/>
          <a:p>
            <a:r>
              <a:rPr kumimoji="1" lang="ja-JP" altLang="en-US" sz="4000" b="0" dirty="0" smtClean="0"/>
              <a:t>ハードウェア</a:t>
            </a:r>
            <a:endParaRPr kumimoji="1" lang="ja-JP" altLang="en-US" sz="4000" b="0" dirty="0"/>
          </a:p>
        </p:txBody>
      </p:sp>
      <p:sp>
        <p:nvSpPr>
          <p:cNvPr id="3" name="テキスト プレースホルダー 2"/>
          <p:cNvSpPr>
            <a:spLocks noGrp="1"/>
          </p:cNvSpPr>
          <p:nvPr>
            <p:ph type="body" idx="2"/>
          </p:nvPr>
        </p:nvSpPr>
        <p:spPr>
          <a:xfrm>
            <a:off x="5364088" y="3068960"/>
            <a:ext cx="3383280" cy="2210361"/>
          </a:xfrm>
        </p:spPr>
        <p:txBody>
          <a:bodyPr>
            <a:normAutofit/>
          </a:bodyPr>
          <a:lstStyle/>
          <a:p>
            <a:r>
              <a:rPr kumimoji="1" lang="en-US" altLang="ja-JP" sz="2800" dirty="0" err="1" smtClean="0"/>
              <a:t>Arduino</a:t>
            </a:r>
            <a:r>
              <a:rPr kumimoji="1" lang="ja-JP" altLang="en-US" sz="2800" dirty="0" smtClean="0"/>
              <a:t>とイーサネットシールド</a:t>
            </a:r>
            <a:endParaRPr kumimoji="1" lang="ja-JP" altLang="en-US" sz="2800" dirty="0"/>
          </a:p>
        </p:txBody>
      </p:sp>
      <p:pic>
        <p:nvPicPr>
          <p:cNvPr id="4" name="コンテンツ プレースホルダー 3"/>
          <p:cNvPicPr>
            <a:picLocks noGrp="1" noChangeAspect="1"/>
          </p:cNvPicPr>
          <p:nvPr>
            <p:ph sz="half" idx="1"/>
          </p:nvPr>
        </p:nvPicPr>
        <p:blipFill>
          <a:blip r:embed="rId3">
            <a:extLst>
              <a:ext uri="{BEBA8EAE-BF5A-486C-A8C5-ECC9F3942E4B}">
                <a14:imgProps xmlns:a14="http://schemas.microsoft.com/office/drawing/2010/main">
                  <a14:imgLayer r:embed="rId4">
                    <a14:imgEffect>
                      <a14:backgroundRemoval t="10000" b="90000" l="208" r="93125">
                        <a14:foregroundMark x1="66667" y1="45185" x2="66667" y2="48333"/>
                        <a14:foregroundMark x1="91458" y1="62593" x2="92083" y2="72778"/>
                        <a14:foregroundMark x1="93125" y1="72037" x2="92708" y2="77222"/>
                        <a14:foregroundMark x1="11250" y1="33704" x2="208" y2="41667"/>
                        <a14:foregroundMark x1="41354" y1="44815" x2="38438" y2="50556"/>
                        <a14:foregroundMark x1="29583" y1="72593" x2="28333" y2="80556"/>
                        <a14:foregroundMark x1="28750" y1="69444" x2="26979" y2="82222"/>
                        <a14:foregroundMark x1="28646" y1="84074" x2="90313" y2="79444"/>
                        <a14:foregroundMark x1="27708" y1="84815" x2="36042" y2="84259"/>
                        <a14:foregroundMark x1="91458" y1="78519" x2="87604" y2="80556"/>
                        <a14:foregroundMark x1="92083" y1="79630" x2="92292" y2="75926"/>
                        <a14:foregroundMark x1="26979" y1="85185" x2="27187" y2="80926"/>
                        <a14:backgroundMark x1="8542" y1="39630" x2="12500" y2="40185"/>
                        <a14:backgroundMark x1="7604" y1="40000" x2="6875" y2="40000"/>
                      </a14:backgroundRemoval>
                    </a14:imgEffect>
                  </a14:imgLayer>
                </a14:imgProps>
              </a:ext>
              <a:ext uri="{28A0092B-C50C-407E-A947-70E740481C1C}">
                <a14:useLocalDpi xmlns:a14="http://schemas.microsoft.com/office/drawing/2010/main" val="0"/>
              </a:ext>
            </a:extLst>
          </a:blip>
          <a:stretch>
            <a:fillRect/>
          </a:stretch>
        </p:blipFill>
        <p:spPr>
          <a:xfrm>
            <a:off x="152400" y="2267050"/>
            <a:ext cx="5102225" cy="2870001"/>
          </a:xfrm>
        </p:spPr>
      </p:pic>
      <p:sp>
        <p:nvSpPr>
          <p:cNvPr id="6" name="テキスト ボックス 5"/>
          <p:cNvSpPr txBox="1"/>
          <p:nvPr/>
        </p:nvSpPr>
        <p:spPr>
          <a:xfrm>
            <a:off x="2699792" y="2197277"/>
            <a:ext cx="2592288" cy="369332"/>
          </a:xfrm>
          <a:prstGeom prst="rect">
            <a:avLst/>
          </a:prstGeom>
          <a:noFill/>
          <a:ln>
            <a:noFill/>
          </a:ln>
        </p:spPr>
        <p:txBody>
          <a:bodyPr wrap="square" rtlCol="0">
            <a:spAutoFit/>
          </a:bodyPr>
          <a:lstStyle/>
          <a:p>
            <a:r>
              <a:rPr kumimoji="1" lang="ja-JP" altLang="en-US" dirty="0" smtClean="0">
                <a:solidFill>
                  <a:srgbClr val="CC0066"/>
                </a:solidFill>
              </a:rPr>
              <a:t>イーサネットシールド</a:t>
            </a:r>
            <a:endParaRPr kumimoji="1" lang="ja-JP" altLang="en-US" dirty="0">
              <a:solidFill>
                <a:srgbClr val="CC0066"/>
              </a:solidFill>
            </a:endParaRPr>
          </a:p>
        </p:txBody>
      </p:sp>
      <p:cxnSp>
        <p:nvCxnSpPr>
          <p:cNvPr id="8" name="直線矢印コネクタ 7"/>
          <p:cNvCxnSpPr/>
          <p:nvPr/>
        </p:nvCxnSpPr>
        <p:spPr>
          <a:xfrm flipH="1">
            <a:off x="2411760" y="2400645"/>
            <a:ext cx="288032" cy="430343"/>
          </a:xfrm>
          <a:prstGeom prst="straightConnector1">
            <a:avLst/>
          </a:prstGeom>
          <a:ln w="38100">
            <a:tailEnd type="arrow"/>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27614443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395536" y="1988840"/>
            <a:ext cx="8229600" cy="4713387"/>
          </a:xfrm>
        </p:spPr>
        <p:txBody>
          <a:bodyPr/>
          <a:lstStyle/>
          <a:p>
            <a:r>
              <a:rPr lang="en-US" altLang="ja-JP" dirty="0" err="1" smtClean="0"/>
              <a:t>Arduino</a:t>
            </a:r>
            <a:r>
              <a:rPr lang="en-US" altLang="ja-JP" dirty="0" smtClean="0"/>
              <a:t>-IDE</a:t>
            </a:r>
          </a:p>
          <a:p>
            <a:pPr lvl="1"/>
            <a:r>
              <a:rPr lang="en-US" altLang="ja-JP" dirty="0" smtClean="0"/>
              <a:t>Processing</a:t>
            </a:r>
            <a:r>
              <a:rPr lang="ja-JP" altLang="en-US" dirty="0" smtClean="0"/>
              <a:t>ベースで</a:t>
            </a:r>
            <a:r>
              <a:rPr lang="en-US" altLang="ja-JP" dirty="0" smtClean="0"/>
              <a:t>,</a:t>
            </a:r>
            <a:r>
              <a:rPr lang="ja-JP" altLang="en-US" dirty="0" smtClean="0"/>
              <a:t>比較的容易に</a:t>
            </a:r>
            <a:r>
              <a:rPr lang="en-US" altLang="ja-JP" dirty="0" smtClean="0"/>
              <a:t/>
            </a:r>
            <a:br>
              <a:rPr lang="en-US" altLang="ja-JP" dirty="0" smtClean="0"/>
            </a:br>
            <a:r>
              <a:rPr lang="ja-JP" altLang="en-US" dirty="0" smtClean="0"/>
              <a:t>プログラミングできるように設計されている</a:t>
            </a:r>
            <a:endParaRPr lang="en-US" altLang="ja-JP" dirty="0" smtClean="0"/>
          </a:p>
          <a:p>
            <a:pPr lvl="1"/>
            <a:endParaRPr lang="en-US" altLang="ja-JP" dirty="0"/>
          </a:p>
          <a:p>
            <a:r>
              <a:rPr lang="en-US" altLang="ja-JP" dirty="0"/>
              <a:t>Pure Data</a:t>
            </a:r>
          </a:p>
          <a:p>
            <a:pPr lvl="1"/>
            <a:r>
              <a:rPr lang="ja-JP" altLang="en-US" dirty="0"/>
              <a:t>ビジュアルプログラミング言語</a:t>
            </a:r>
            <a:endParaRPr lang="en-US" altLang="ja-JP" dirty="0"/>
          </a:p>
          <a:p>
            <a:pPr lvl="1"/>
            <a:r>
              <a:rPr lang="ja-JP" altLang="en-US" dirty="0"/>
              <a:t>ネットワークや</a:t>
            </a:r>
            <a:r>
              <a:rPr lang="ja-JP" altLang="en-US" dirty="0" smtClean="0"/>
              <a:t>インターネット上での</a:t>
            </a:r>
            <a:r>
              <a:rPr lang="ja-JP" altLang="en-US" dirty="0"/>
              <a:t>共同作業が可能</a:t>
            </a:r>
            <a:endParaRPr lang="en-US" altLang="ja-JP" dirty="0"/>
          </a:p>
          <a:p>
            <a:endParaRPr lang="en-US" altLang="ja-JP" dirty="0" smtClean="0"/>
          </a:p>
        </p:txBody>
      </p:sp>
      <p:sp>
        <p:nvSpPr>
          <p:cNvPr id="5" name="タイトル 1"/>
          <p:cNvSpPr>
            <a:spLocks noGrp="1"/>
          </p:cNvSpPr>
          <p:nvPr>
            <p:ph type="title"/>
          </p:nvPr>
        </p:nvSpPr>
        <p:spPr>
          <a:xfrm>
            <a:off x="517479" y="836712"/>
            <a:ext cx="8229600" cy="1066800"/>
          </a:xfrm>
        </p:spPr>
        <p:txBody>
          <a:bodyPr/>
          <a:lstStyle/>
          <a:p>
            <a:r>
              <a:rPr kumimoji="1" lang="ja-JP" altLang="en-US" dirty="0" smtClean="0"/>
              <a:t>開発環境</a:t>
            </a:r>
            <a:endParaRPr kumimoji="1" lang="ja-JP" altLang="en-US" dirty="0"/>
          </a:p>
        </p:txBody>
      </p:sp>
    </p:spTree>
    <p:extLst>
      <p:ext uri="{BB962C8B-B14F-4D97-AF65-F5344CB8AC3E}">
        <p14:creationId xmlns:p14="http://schemas.microsoft.com/office/powerpoint/2010/main" val="36472290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OSC</a:t>
            </a:r>
            <a:r>
              <a:rPr lang="ja-JP" altLang="en-US" dirty="0" smtClean="0"/>
              <a:t>とは</a:t>
            </a:r>
            <a:endParaRPr kumimoji="1" lang="ja-JP" altLang="en-US" dirty="0"/>
          </a:p>
        </p:txBody>
      </p:sp>
      <p:sp>
        <p:nvSpPr>
          <p:cNvPr id="8" name="コンテンツ プレースホルダー 7"/>
          <p:cNvSpPr>
            <a:spLocks noGrp="1"/>
          </p:cNvSpPr>
          <p:nvPr>
            <p:ph idx="1"/>
          </p:nvPr>
        </p:nvSpPr>
        <p:spPr/>
        <p:txBody>
          <a:bodyPr/>
          <a:lstStyle/>
          <a:p>
            <a:r>
              <a:rPr kumimoji="1" lang="en-US" altLang="ja-JP" dirty="0" smtClean="0"/>
              <a:t>Open Sound Control</a:t>
            </a:r>
          </a:p>
          <a:p>
            <a:pPr lvl="1"/>
            <a:r>
              <a:rPr lang="ja-JP" altLang="en-US" dirty="0"/>
              <a:t>電子楽器</a:t>
            </a:r>
            <a:r>
              <a:rPr kumimoji="1" lang="ja-JP" altLang="en-US" dirty="0" smtClean="0"/>
              <a:t>同士で、ネットワークを介したデータの送受信を行うための通信プロトコル。</a:t>
            </a:r>
            <a:endParaRPr kumimoji="1" lang="en-US" altLang="ja-JP" dirty="0" smtClean="0"/>
          </a:p>
          <a:p>
            <a:pPr lvl="1"/>
            <a:r>
              <a:rPr lang="ja-JP" altLang="en-US" dirty="0"/>
              <a:t>一般的</a:t>
            </a:r>
            <a:r>
              <a:rPr lang="ja-JP" altLang="en-US" dirty="0" smtClean="0"/>
              <a:t>に</a:t>
            </a:r>
            <a:r>
              <a:rPr lang="en-US" altLang="ja-JP" dirty="0" smtClean="0"/>
              <a:t>OSC</a:t>
            </a:r>
            <a:r>
              <a:rPr lang="ja-JP" altLang="en-US" dirty="0" smtClean="0"/>
              <a:t>のメッセージは、</a:t>
            </a:r>
            <a:r>
              <a:rPr lang="ja-JP" altLang="en-US" dirty="0"/>
              <a:t>アドレス</a:t>
            </a:r>
            <a:r>
              <a:rPr lang="ja-JP" altLang="en-US" dirty="0" smtClean="0"/>
              <a:t>と引数の２つの部分からなる。</a:t>
            </a:r>
            <a:endParaRPr lang="en-US" altLang="ja-JP" dirty="0" smtClean="0"/>
          </a:p>
          <a:p>
            <a:pPr lvl="1"/>
            <a:endParaRPr kumimoji="1" lang="ja-JP" altLang="en-US" dirty="0"/>
          </a:p>
        </p:txBody>
      </p:sp>
      <p:pic>
        <p:nvPicPr>
          <p:cNvPr id="10" name="図 9"/>
          <p:cNvPicPr/>
          <p:nvPr/>
        </p:nvPicPr>
        <p:blipFill>
          <a:blip r:embed="rId3">
            <a:extLst>
              <a:ext uri="{28A0092B-C50C-407E-A947-70E740481C1C}">
                <a14:useLocalDpi xmlns:a14="http://schemas.microsoft.com/office/drawing/2010/main" val="0"/>
              </a:ext>
            </a:extLst>
          </a:blip>
          <a:stretch>
            <a:fillRect/>
          </a:stretch>
        </p:blipFill>
        <p:spPr>
          <a:xfrm>
            <a:off x="2411760" y="4437111"/>
            <a:ext cx="5112568" cy="2269061"/>
          </a:xfrm>
          <a:prstGeom prst="rect">
            <a:avLst/>
          </a:prstGeom>
        </p:spPr>
      </p:pic>
    </p:spTree>
    <p:extLst>
      <p:ext uri="{BB962C8B-B14F-4D97-AF65-F5344CB8AC3E}">
        <p14:creationId xmlns:p14="http://schemas.microsoft.com/office/powerpoint/2010/main" val="264935294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err="1" smtClean="0"/>
              <a:t>PureData</a:t>
            </a:r>
            <a:r>
              <a:rPr lang="ja-JP" altLang="en-US" dirty="0" smtClean="0"/>
              <a:t>のデモンストレーション</a:t>
            </a:r>
            <a:endParaRPr kumimoji="1" lang="ja-JP" altLang="en-US" dirty="0"/>
          </a:p>
        </p:txBody>
      </p:sp>
      <p:pic>
        <p:nvPicPr>
          <p:cNvPr id="4" name="コンテンツ プレースホルダー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21002" y="2249488"/>
            <a:ext cx="7701996" cy="4324350"/>
          </a:xfrm>
        </p:spPr>
      </p:pic>
    </p:spTree>
    <p:extLst>
      <p:ext uri="{BB962C8B-B14F-4D97-AF65-F5344CB8AC3E}">
        <p14:creationId xmlns:p14="http://schemas.microsoft.com/office/powerpoint/2010/main" val="11201779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進捗状況</a:t>
            </a:r>
            <a:endParaRPr kumimoji="1" lang="ja-JP" altLang="en-US" dirty="0"/>
          </a:p>
        </p:txBody>
      </p:sp>
      <p:cxnSp>
        <p:nvCxnSpPr>
          <p:cNvPr id="6" name="直線矢印コネクタ 5"/>
          <p:cNvCxnSpPr/>
          <p:nvPr/>
        </p:nvCxnSpPr>
        <p:spPr>
          <a:xfrm>
            <a:off x="5684838" y="8450263"/>
            <a:ext cx="9525" cy="2762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8" name="コンテンツ プレースホルダー 7"/>
          <p:cNvGraphicFramePr>
            <a:graphicFrameLocks noGrp="1"/>
          </p:cNvGraphicFramePr>
          <p:nvPr>
            <p:ph idx="1"/>
            <p:extLst>
              <p:ext uri="{D42A27DB-BD31-4B8C-83A1-F6EECF244321}">
                <p14:modId xmlns:p14="http://schemas.microsoft.com/office/powerpoint/2010/main" val="2838766062"/>
              </p:ext>
            </p:extLst>
          </p:nvPr>
        </p:nvGraphicFramePr>
        <p:xfrm>
          <a:off x="1979712" y="2209016"/>
          <a:ext cx="5400000" cy="4320000"/>
        </p:xfrm>
        <a:graphic>
          <a:graphicData uri="http://schemas.openxmlformats.org/drawingml/2006/table">
            <a:tbl>
              <a:tblPr bandRow="1">
                <a:tableStyleId>{3C2FFA5D-87B4-456A-9821-1D502468CF0F}</a:tableStyleId>
              </a:tblPr>
              <a:tblGrid>
                <a:gridCol w="1237596"/>
                <a:gridCol w="4162404"/>
              </a:tblGrid>
              <a:tr h="432000">
                <a:tc>
                  <a:txBody>
                    <a:bodyPr/>
                    <a:lstStyle/>
                    <a:p>
                      <a:pPr algn="just">
                        <a:spcAft>
                          <a:spcPts val="0"/>
                        </a:spcAft>
                      </a:pPr>
                      <a:r>
                        <a:rPr lang="en-US" sz="1800" kern="100" dirty="0">
                          <a:effectLst/>
                        </a:rPr>
                        <a:t>10</a:t>
                      </a:r>
                      <a:r>
                        <a:rPr lang="ja-JP" sz="1800" kern="100" dirty="0">
                          <a:effectLst/>
                        </a:rPr>
                        <a:t>月前半</a:t>
                      </a:r>
                      <a:endParaRPr lang="ja-JP" sz="1800" kern="100" dirty="0">
                        <a:effectLst/>
                        <a:latin typeface="AR P丸ゴシック体M" pitchFamily="50" charset="-128"/>
                        <a:ea typeface="AR P丸ゴシック体M" pitchFamily="50" charset="-128"/>
                        <a:cs typeface="Times New Roman"/>
                      </a:endParaRPr>
                    </a:p>
                  </a:txBody>
                  <a:tcPr marL="77812" marR="77812" marT="0" marB="0" anchor="ctr"/>
                </a:tc>
                <a:tc>
                  <a:txBody>
                    <a:bodyPr/>
                    <a:lstStyle/>
                    <a:p>
                      <a:pPr algn="just">
                        <a:spcAft>
                          <a:spcPts val="0"/>
                        </a:spcAft>
                      </a:pPr>
                      <a:r>
                        <a:rPr lang="ja-JP" altLang="en-US" sz="1800" kern="100" dirty="0" smtClean="0">
                          <a:effectLst/>
                          <a:latin typeface="+mn-ea"/>
                          <a:ea typeface="+mn-ea"/>
                          <a:cs typeface="Times New Roman"/>
                        </a:rPr>
                        <a:t>各自</a:t>
                      </a:r>
                      <a:r>
                        <a:rPr lang="ja-JP" altLang="en-US" sz="1800" kern="100" baseline="0" dirty="0" smtClean="0">
                          <a:effectLst/>
                          <a:latin typeface="+mn-ea"/>
                          <a:ea typeface="+mn-ea"/>
                          <a:cs typeface="Times New Roman"/>
                        </a:rPr>
                        <a:t> </a:t>
                      </a:r>
                      <a:r>
                        <a:rPr lang="ja-JP" altLang="en-US" sz="1800" kern="100" dirty="0" smtClean="0">
                          <a:effectLst/>
                          <a:latin typeface="+mn-ea"/>
                          <a:ea typeface="+mn-ea"/>
                          <a:cs typeface="Times New Roman"/>
                        </a:rPr>
                        <a:t>基礎学習</a:t>
                      </a:r>
                      <a:endParaRPr lang="ja-JP" sz="1800" kern="100" dirty="0">
                        <a:effectLst/>
                        <a:latin typeface="+mn-ea"/>
                        <a:ea typeface="+mn-ea"/>
                        <a:cs typeface="Times New Roman"/>
                      </a:endParaRPr>
                    </a:p>
                  </a:txBody>
                  <a:tcPr marL="77812" marR="77812" marT="0" marB="0" anchor="ctr"/>
                </a:tc>
              </a:tr>
              <a:tr h="432000">
                <a:tc>
                  <a:txBody>
                    <a:bodyPr/>
                    <a:lstStyle/>
                    <a:p>
                      <a:pPr algn="just">
                        <a:spcAft>
                          <a:spcPts val="0"/>
                        </a:spcAft>
                      </a:pPr>
                      <a:r>
                        <a:rPr lang="en-US" sz="1800" kern="100">
                          <a:effectLst/>
                        </a:rPr>
                        <a:t>10</a:t>
                      </a:r>
                      <a:r>
                        <a:rPr lang="ja-JP" sz="1800" kern="100">
                          <a:effectLst/>
                        </a:rPr>
                        <a:t>月後半</a:t>
                      </a:r>
                      <a:endParaRPr lang="ja-JP" sz="1800" kern="100">
                        <a:effectLst/>
                        <a:latin typeface="AR P丸ゴシック体M" pitchFamily="50" charset="-128"/>
                        <a:ea typeface="AR P丸ゴシック体M" pitchFamily="50" charset="-128"/>
                        <a:cs typeface="Times New Roman"/>
                      </a:endParaRPr>
                    </a:p>
                  </a:txBody>
                  <a:tcPr marL="77812" marR="77812" marT="0" marB="0" anchor="ctr"/>
                </a:tc>
                <a:tc>
                  <a:txBody>
                    <a:bodyPr/>
                    <a:lstStyle/>
                    <a:p>
                      <a:pPr algn="just">
                        <a:spcAft>
                          <a:spcPts val="0"/>
                        </a:spcAft>
                      </a:pPr>
                      <a:endParaRPr lang="ja-JP" sz="1800" kern="100" dirty="0">
                        <a:effectLst/>
                        <a:latin typeface="AR P丸ゴシック体M" pitchFamily="50" charset="-128"/>
                        <a:ea typeface="AR P丸ゴシック体M" pitchFamily="50" charset="-128"/>
                        <a:cs typeface="Times New Roman"/>
                      </a:endParaRPr>
                    </a:p>
                  </a:txBody>
                  <a:tcPr marL="77812" marR="77812" marT="0" marB="0" anchor="ctr"/>
                </a:tc>
              </a:tr>
              <a:tr h="432000">
                <a:tc>
                  <a:txBody>
                    <a:bodyPr/>
                    <a:lstStyle/>
                    <a:p>
                      <a:pPr algn="just">
                        <a:spcAft>
                          <a:spcPts val="0"/>
                        </a:spcAft>
                      </a:pPr>
                      <a:r>
                        <a:rPr lang="en-US" sz="1800" kern="100">
                          <a:effectLst/>
                        </a:rPr>
                        <a:t>11</a:t>
                      </a:r>
                      <a:r>
                        <a:rPr lang="ja-JP" sz="1800" kern="100">
                          <a:effectLst/>
                        </a:rPr>
                        <a:t>月前半</a:t>
                      </a:r>
                      <a:endParaRPr lang="ja-JP" sz="1800" kern="100">
                        <a:effectLst/>
                        <a:latin typeface="AR P丸ゴシック体M" pitchFamily="50" charset="-128"/>
                        <a:ea typeface="AR P丸ゴシック体M" pitchFamily="50" charset="-128"/>
                        <a:cs typeface="Times New Roman"/>
                      </a:endParaRPr>
                    </a:p>
                  </a:txBody>
                  <a:tcPr marL="77812" marR="77812" marT="0" marB="0" anchor="ct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kern="100" dirty="0" smtClean="0">
                          <a:effectLst/>
                        </a:rPr>
                        <a:t> </a:t>
                      </a:r>
                      <a:r>
                        <a:rPr lang="ja-JP" altLang="en-US" sz="1800" kern="100" dirty="0" smtClean="0">
                          <a:effectLst/>
                        </a:rPr>
                        <a:t>プログラミング・</a:t>
                      </a:r>
                      <a:r>
                        <a:rPr lang="ja-JP" altLang="en-US" sz="1800" kern="100" dirty="0" smtClean="0">
                          <a:effectLst/>
                          <a:latin typeface="+mn-ea"/>
                          <a:ea typeface="+mn-ea"/>
                          <a:cs typeface="Times New Roman"/>
                        </a:rPr>
                        <a:t>機器の接続</a:t>
                      </a:r>
                      <a:endParaRPr lang="ja-JP" altLang="ja-JP" sz="1800" kern="100" dirty="0" smtClean="0">
                        <a:effectLst/>
                        <a:latin typeface="+mn-ea"/>
                        <a:ea typeface="+mn-ea"/>
                        <a:cs typeface="Times New Roman"/>
                      </a:endParaRPr>
                    </a:p>
                  </a:txBody>
                  <a:tcPr marL="77812" marR="77812" marT="0" marB="0" anchor="ctr"/>
                </a:tc>
              </a:tr>
              <a:tr h="432000">
                <a:tc>
                  <a:txBody>
                    <a:bodyPr/>
                    <a:lstStyle/>
                    <a:p>
                      <a:pPr algn="just">
                        <a:spcAft>
                          <a:spcPts val="0"/>
                        </a:spcAft>
                      </a:pPr>
                      <a:r>
                        <a:rPr lang="en-US" sz="1800" kern="100">
                          <a:effectLst/>
                        </a:rPr>
                        <a:t>11</a:t>
                      </a:r>
                      <a:r>
                        <a:rPr lang="ja-JP" sz="1800" kern="100">
                          <a:effectLst/>
                        </a:rPr>
                        <a:t>月後半</a:t>
                      </a:r>
                      <a:endParaRPr lang="ja-JP" sz="1800" kern="100">
                        <a:effectLst/>
                        <a:latin typeface="AR P丸ゴシック体M" pitchFamily="50" charset="-128"/>
                        <a:ea typeface="AR P丸ゴシック体M" pitchFamily="50" charset="-128"/>
                        <a:cs typeface="Times New Roman"/>
                      </a:endParaRPr>
                    </a:p>
                  </a:txBody>
                  <a:tcPr marL="77812" marR="77812" marT="0" marB="0" anchor="ctr"/>
                </a:tc>
                <a:tc>
                  <a:txBody>
                    <a:bodyPr/>
                    <a:lstStyle/>
                    <a:p>
                      <a:pPr algn="just">
                        <a:spcAft>
                          <a:spcPts val="0"/>
                        </a:spcAft>
                      </a:pPr>
                      <a:r>
                        <a:rPr lang="en-US" sz="1800" kern="100" dirty="0">
                          <a:effectLst/>
                        </a:rPr>
                        <a:t> </a:t>
                      </a:r>
                      <a:endParaRPr lang="ja-JP" sz="1800" kern="100" dirty="0">
                        <a:effectLst/>
                        <a:latin typeface="AR P丸ゴシック体M" pitchFamily="50" charset="-128"/>
                        <a:ea typeface="AR P丸ゴシック体M" pitchFamily="50" charset="-128"/>
                        <a:cs typeface="Times New Roman"/>
                      </a:endParaRPr>
                    </a:p>
                  </a:txBody>
                  <a:tcPr marL="77812" marR="77812" marT="0" marB="0" anchor="ctr"/>
                </a:tc>
              </a:tr>
              <a:tr h="432000">
                <a:tc>
                  <a:txBody>
                    <a:bodyPr/>
                    <a:lstStyle/>
                    <a:p>
                      <a:pPr algn="just">
                        <a:spcAft>
                          <a:spcPts val="0"/>
                        </a:spcAft>
                      </a:pPr>
                      <a:r>
                        <a:rPr lang="en-US" sz="1800" kern="100">
                          <a:effectLst/>
                        </a:rPr>
                        <a:t>12</a:t>
                      </a:r>
                      <a:r>
                        <a:rPr lang="ja-JP" sz="1800" kern="100">
                          <a:effectLst/>
                        </a:rPr>
                        <a:t>月前半</a:t>
                      </a:r>
                      <a:endParaRPr lang="ja-JP" sz="1800" kern="100">
                        <a:effectLst/>
                        <a:latin typeface="AR P丸ゴシック体M" pitchFamily="50" charset="-128"/>
                        <a:ea typeface="AR P丸ゴシック体M" pitchFamily="50" charset="-128"/>
                        <a:cs typeface="Times New Roman"/>
                      </a:endParaRPr>
                    </a:p>
                  </a:txBody>
                  <a:tcPr marL="77812" marR="77812" marT="0" marB="0" anchor="ctr"/>
                </a:tc>
                <a:tc>
                  <a:txBody>
                    <a:bodyPr/>
                    <a:lstStyle/>
                    <a:p>
                      <a:pPr algn="just">
                        <a:spcAft>
                          <a:spcPts val="0"/>
                        </a:spcAft>
                      </a:pPr>
                      <a:r>
                        <a:rPr lang="en-US" sz="1800" kern="100" dirty="0">
                          <a:effectLst/>
                        </a:rPr>
                        <a:t> </a:t>
                      </a:r>
                      <a:endParaRPr lang="ja-JP" sz="1800" kern="100" dirty="0">
                        <a:effectLst/>
                        <a:latin typeface="AR P丸ゴシック体M" pitchFamily="50" charset="-128"/>
                        <a:ea typeface="AR P丸ゴシック体M" pitchFamily="50" charset="-128"/>
                        <a:cs typeface="Times New Roman"/>
                      </a:endParaRPr>
                    </a:p>
                  </a:txBody>
                  <a:tcPr marL="77812" marR="77812" marT="0" marB="0" anchor="ctr"/>
                </a:tc>
              </a:tr>
              <a:tr h="432000">
                <a:tc>
                  <a:txBody>
                    <a:bodyPr/>
                    <a:lstStyle/>
                    <a:p>
                      <a:pPr algn="just">
                        <a:spcAft>
                          <a:spcPts val="0"/>
                        </a:spcAft>
                      </a:pPr>
                      <a:r>
                        <a:rPr lang="en-US" sz="1800" kern="100">
                          <a:effectLst/>
                        </a:rPr>
                        <a:t>12</a:t>
                      </a:r>
                      <a:r>
                        <a:rPr lang="ja-JP" sz="1800" kern="100">
                          <a:effectLst/>
                        </a:rPr>
                        <a:t>月後半</a:t>
                      </a:r>
                      <a:endParaRPr lang="ja-JP" sz="1800" kern="100">
                        <a:effectLst/>
                        <a:latin typeface="AR P丸ゴシック体M" pitchFamily="50" charset="-128"/>
                        <a:ea typeface="AR P丸ゴシック体M" pitchFamily="50" charset="-128"/>
                        <a:cs typeface="Times New Roman"/>
                      </a:endParaRPr>
                    </a:p>
                  </a:txBody>
                  <a:tcPr marL="77812" marR="77812" marT="0" marB="0" anchor="ctr"/>
                </a:tc>
                <a:tc>
                  <a:txBody>
                    <a:bodyPr/>
                    <a:lstStyle/>
                    <a:p>
                      <a:pPr algn="just">
                        <a:spcAft>
                          <a:spcPts val="0"/>
                        </a:spcAft>
                      </a:pPr>
                      <a:r>
                        <a:rPr lang="ja-JP" sz="1800" kern="100">
                          <a:effectLst/>
                        </a:rPr>
                        <a:t>卒研中間発表</a:t>
                      </a:r>
                      <a:endParaRPr lang="ja-JP" sz="1800" kern="100">
                        <a:effectLst/>
                        <a:latin typeface="AR P丸ゴシック体M" pitchFamily="50" charset="-128"/>
                        <a:ea typeface="AR P丸ゴシック体M" pitchFamily="50" charset="-128"/>
                        <a:cs typeface="Times New Roman"/>
                      </a:endParaRPr>
                    </a:p>
                  </a:txBody>
                  <a:tcPr marL="77812" marR="77812" marT="0" marB="0" anchor="ctr"/>
                </a:tc>
              </a:tr>
              <a:tr h="432000">
                <a:tc>
                  <a:txBody>
                    <a:bodyPr/>
                    <a:lstStyle/>
                    <a:p>
                      <a:pPr algn="just">
                        <a:spcAft>
                          <a:spcPts val="0"/>
                        </a:spcAft>
                      </a:pPr>
                      <a:r>
                        <a:rPr lang="en-US" sz="1800" kern="100">
                          <a:effectLst/>
                        </a:rPr>
                        <a:t>1</a:t>
                      </a:r>
                      <a:r>
                        <a:rPr lang="ja-JP" sz="1800" kern="100">
                          <a:effectLst/>
                        </a:rPr>
                        <a:t>月前半</a:t>
                      </a:r>
                      <a:endParaRPr lang="ja-JP" sz="1800" kern="100">
                        <a:effectLst/>
                        <a:latin typeface="AR P丸ゴシック体M" pitchFamily="50" charset="-128"/>
                        <a:ea typeface="AR P丸ゴシック体M" pitchFamily="50" charset="-128"/>
                        <a:cs typeface="Times New Roman"/>
                      </a:endParaRPr>
                    </a:p>
                  </a:txBody>
                  <a:tcPr marL="77812" marR="77812" marT="0" marB="0" anchor="ctr"/>
                </a:tc>
                <a:tc>
                  <a:txBody>
                    <a:bodyPr/>
                    <a:lstStyle/>
                    <a:p>
                      <a:pPr algn="just">
                        <a:spcAft>
                          <a:spcPts val="0"/>
                        </a:spcAft>
                      </a:pPr>
                      <a:r>
                        <a:rPr lang="ja-JP" sz="1800" kern="100" dirty="0">
                          <a:effectLst/>
                        </a:rPr>
                        <a:t>組み立て・</a:t>
                      </a:r>
                      <a:r>
                        <a:rPr lang="ja-JP" sz="1800" kern="100" dirty="0" smtClean="0">
                          <a:effectLst/>
                        </a:rPr>
                        <a:t>接続</a:t>
                      </a:r>
                      <a:r>
                        <a:rPr lang="ja-JP" altLang="en-US" sz="1800" kern="100" dirty="0" smtClean="0">
                          <a:effectLst/>
                        </a:rPr>
                        <a:t>・実験</a:t>
                      </a:r>
                      <a:endParaRPr lang="ja-JP" sz="1800" kern="100" dirty="0">
                        <a:effectLst/>
                        <a:latin typeface="AR P丸ゴシック体M" pitchFamily="50" charset="-128"/>
                        <a:ea typeface="AR P丸ゴシック体M" pitchFamily="50" charset="-128"/>
                        <a:cs typeface="Times New Roman"/>
                      </a:endParaRPr>
                    </a:p>
                  </a:txBody>
                  <a:tcPr marL="77812" marR="77812" marT="0" marB="0" anchor="ctr"/>
                </a:tc>
              </a:tr>
              <a:tr h="432000">
                <a:tc>
                  <a:txBody>
                    <a:bodyPr/>
                    <a:lstStyle/>
                    <a:p>
                      <a:pPr algn="just">
                        <a:spcAft>
                          <a:spcPts val="0"/>
                        </a:spcAft>
                      </a:pPr>
                      <a:r>
                        <a:rPr lang="en-US" sz="1800" kern="100">
                          <a:effectLst/>
                        </a:rPr>
                        <a:t>1</a:t>
                      </a:r>
                      <a:r>
                        <a:rPr lang="ja-JP" sz="1800" kern="100">
                          <a:effectLst/>
                        </a:rPr>
                        <a:t>月後半</a:t>
                      </a:r>
                      <a:endParaRPr lang="ja-JP" sz="1800" kern="100">
                        <a:effectLst/>
                        <a:latin typeface="AR P丸ゴシック体M" pitchFamily="50" charset="-128"/>
                        <a:ea typeface="AR P丸ゴシック体M" pitchFamily="50" charset="-128"/>
                        <a:cs typeface="Times New Roman"/>
                      </a:endParaRPr>
                    </a:p>
                  </a:txBody>
                  <a:tcPr marL="77812" marR="77812" marT="0" marB="0" anchor="ctr"/>
                </a:tc>
                <a:tc>
                  <a:txBody>
                    <a:bodyPr/>
                    <a:lstStyle/>
                    <a:p>
                      <a:pPr algn="just">
                        <a:spcAft>
                          <a:spcPts val="0"/>
                        </a:spcAft>
                      </a:pPr>
                      <a:r>
                        <a:rPr lang="en-US" sz="1800" kern="100" dirty="0">
                          <a:effectLst/>
                        </a:rPr>
                        <a:t> </a:t>
                      </a:r>
                      <a:endParaRPr lang="ja-JP" sz="1800" kern="100" dirty="0">
                        <a:effectLst/>
                        <a:latin typeface="AR P丸ゴシック体M" pitchFamily="50" charset="-128"/>
                        <a:ea typeface="AR P丸ゴシック体M" pitchFamily="50" charset="-128"/>
                        <a:cs typeface="Times New Roman"/>
                      </a:endParaRPr>
                    </a:p>
                  </a:txBody>
                  <a:tcPr marL="77812" marR="77812" marT="0" marB="0" anchor="ctr"/>
                </a:tc>
              </a:tr>
              <a:tr h="432000">
                <a:tc>
                  <a:txBody>
                    <a:bodyPr/>
                    <a:lstStyle/>
                    <a:p>
                      <a:pPr algn="just">
                        <a:spcAft>
                          <a:spcPts val="0"/>
                        </a:spcAft>
                      </a:pPr>
                      <a:r>
                        <a:rPr lang="en-US" sz="1800" kern="100">
                          <a:effectLst/>
                        </a:rPr>
                        <a:t>2</a:t>
                      </a:r>
                      <a:r>
                        <a:rPr lang="ja-JP" sz="1800" kern="100">
                          <a:effectLst/>
                        </a:rPr>
                        <a:t>月前半</a:t>
                      </a:r>
                      <a:endParaRPr lang="ja-JP" sz="1800" kern="100">
                        <a:effectLst/>
                        <a:latin typeface="AR P丸ゴシック体M" pitchFamily="50" charset="-128"/>
                        <a:ea typeface="AR P丸ゴシック体M" pitchFamily="50" charset="-128"/>
                        <a:cs typeface="Times New Roman"/>
                      </a:endParaRPr>
                    </a:p>
                  </a:txBody>
                  <a:tcPr marL="77812" marR="77812" marT="0" marB="0" anchor="ctr"/>
                </a:tc>
                <a:tc>
                  <a:txBody>
                    <a:bodyPr/>
                    <a:lstStyle/>
                    <a:p>
                      <a:pPr algn="just">
                        <a:spcAft>
                          <a:spcPts val="0"/>
                        </a:spcAft>
                      </a:pPr>
                      <a:r>
                        <a:rPr lang="ja-JP" sz="1800" kern="100">
                          <a:effectLst/>
                        </a:rPr>
                        <a:t>卒研発表に向けた練習</a:t>
                      </a:r>
                      <a:endParaRPr lang="ja-JP" sz="1800" kern="100">
                        <a:effectLst/>
                        <a:latin typeface="AR P丸ゴシック体M" pitchFamily="50" charset="-128"/>
                        <a:ea typeface="AR P丸ゴシック体M" pitchFamily="50" charset="-128"/>
                        <a:cs typeface="Times New Roman"/>
                      </a:endParaRPr>
                    </a:p>
                  </a:txBody>
                  <a:tcPr marL="77812" marR="77812" marT="0" marB="0" anchor="ctr"/>
                </a:tc>
              </a:tr>
              <a:tr h="432000">
                <a:tc>
                  <a:txBody>
                    <a:bodyPr/>
                    <a:lstStyle/>
                    <a:p>
                      <a:pPr algn="just">
                        <a:spcAft>
                          <a:spcPts val="0"/>
                        </a:spcAft>
                      </a:pPr>
                      <a:r>
                        <a:rPr lang="en-US" sz="1800" kern="100">
                          <a:effectLst/>
                        </a:rPr>
                        <a:t>2</a:t>
                      </a:r>
                      <a:r>
                        <a:rPr lang="ja-JP" sz="1800" kern="100">
                          <a:effectLst/>
                        </a:rPr>
                        <a:t>月後半</a:t>
                      </a:r>
                      <a:endParaRPr lang="ja-JP" sz="1800" kern="100">
                        <a:effectLst/>
                        <a:latin typeface="AR P丸ゴシック体M" pitchFamily="50" charset="-128"/>
                        <a:ea typeface="AR P丸ゴシック体M" pitchFamily="50" charset="-128"/>
                        <a:cs typeface="Times New Roman"/>
                      </a:endParaRPr>
                    </a:p>
                  </a:txBody>
                  <a:tcPr marL="77812" marR="77812" marT="0" marB="0" anchor="ctr"/>
                </a:tc>
                <a:tc>
                  <a:txBody>
                    <a:bodyPr/>
                    <a:lstStyle/>
                    <a:p>
                      <a:pPr algn="just">
                        <a:spcAft>
                          <a:spcPts val="0"/>
                        </a:spcAft>
                      </a:pPr>
                      <a:r>
                        <a:rPr lang="ja-JP" sz="1800" kern="100" dirty="0">
                          <a:effectLst/>
                        </a:rPr>
                        <a:t>卒研発表</a:t>
                      </a:r>
                      <a:endParaRPr lang="ja-JP" sz="1800" kern="100" dirty="0">
                        <a:effectLst/>
                        <a:latin typeface="AR P丸ゴシック体M" pitchFamily="50" charset="-128"/>
                        <a:ea typeface="AR P丸ゴシック体M" pitchFamily="50" charset="-128"/>
                        <a:cs typeface="Times New Roman"/>
                      </a:endParaRPr>
                    </a:p>
                  </a:txBody>
                  <a:tcPr marL="77812" marR="77812" marT="0" marB="0" anchor="ctr"/>
                </a:tc>
              </a:tr>
            </a:tbl>
          </a:graphicData>
        </a:graphic>
      </p:graphicFrame>
      <p:cxnSp>
        <p:nvCxnSpPr>
          <p:cNvPr id="12" name="直線矢印コネクタ 11"/>
          <p:cNvCxnSpPr/>
          <p:nvPr/>
        </p:nvCxnSpPr>
        <p:spPr>
          <a:xfrm>
            <a:off x="4283970" y="3429000"/>
            <a:ext cx="0" cy="897535"/>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3" name="直線矢印コネクタ 12"/>
          <p:cNvCxnSpPr/>
          <p:nvPr/>
        </p:nvCxnSpPr>
        <p:spPr>
          <a:xfrm>
            <a:off x="4283969" y="5156607"/>
            <a:ext cx="1" cy="607823"/>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4" name="直線矢印コネクタ 13"/>
          <p:cNvCxnSpPr/>
          <p:nvPr/>
        </p:nvCxnSpPr>
        <p:spPr>
          <a:xfrm>
            <a:off x="4283969" y="2609657"/>
            <a:ext cx="0" cy="504056"/>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690201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err="1" smtClean="0"/>
              <a:t>Arduino</a:t>
            </a:r>
            <a:r>
              <a:rPr lang="ja-JP" altLang="en-US" dirty="0" err="1"/>
              <a:t>で</a:t>
            </a:r>
            <a:r>
              <a:rPr lang="ja-JP" altLang="en-US" dirty="0" err="1" smtClean="0"/>
              <a:t>の</a:t>
            </a:r>
            <a:r>
              <a:rPr lang="ja-JP" altLang="en-US" dirty="0" smtClean="0"/>
              <a:t>実験</a:t>
            </a:r>
            <a:endParaRPr kumimoji="1" lang="ja-JP" altLang="en-US" dirty="0"/>
          </a:p>
        </p:txBody>
      </p:sp>
      <p:sp>
        <p:nvSpPr>
          <p:cNvPr id="5" name="コンテンツ プレースホルダー 4"/>
          <p:cNvSpPr>
            <a:spLocks noGrp="1"/>
          </p:cNvSpPr>
          <p:nvPr>
            <p:ph idx="1"/>
          </p:nvPr>
        </p:nvSpPr>
        <p:spPr/>
        <p:txBody>
          <a:bodyPr/>
          <a:lstStyle/>
          <a:p>
            <a:r>
              <a:rPr kumimoji="1" lang="ja-JP" altLang="en-US" dirty="0" smtClean="0"/>
              <a:t>光センサとＬＥＤを用いて明るさを検知する。</a:t>
            </a:r>
            <a:endParaRPr kumimoji="1" lang="en-US" altLang="ja-JP" dirty="0" smtClean="0"/>
          </a:p>
          <a:p>
            <a:pPr marL="109728" indent="0">
              <a:buNone/>
            </a:pPr>
            <a:r>
              <a:rPr lang="ja-JP" altLang="en-US" dirty="0"/>
              <a:t>　</a:t>
            </a:r>
            <a:endParaRPr kumimoji="1" lang="ja-JP" altLang="en-US" dirty="0"/>
          </a:p>
        </p:txBody>
      </p:sp>
    </p:spTree>
    <p:extLst>
      <p:ext uri="{BB962C8B-B14F-4D97-AF65-F5344CB8AC3E}">
        <p14:creationId xmlns:p14="http://schemas.microsoft.com/office/powerpoint/2010/main" val="331098810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err="1" smtClean="0"/>
              <a:t>Arduino</a:t>
            </a:r>
            <a:r>
              <a:rPr kumimoji="1" lang="ja-JP" altLang="en-US" dirty="0" err="1" smtClean="0"/>
              <a:t>での</a:t>
            </a:r>
            <a:r>
              <a:rPr kumimoji="1" lang="ja-JP" altLang="en-US" dirty="0" smtClean="0"/>
              <a:t>実験</a:t>
            </a:r>
            <a:endParaRPr kumimoji="1" lang="ja-JP" altLang="en-US" dirty="0"/>
          </a:p>
        </p:txBody>
      </p:sp>
      <p:sp>
        <p:nvSpPr>
          <p:cNvPr id="4" name="コンテンツ プレースホルダー 3"/>
          <p:cNvSpPr>
            <a:spLocks noGrp="1"/>
          </p:cNvSpPr>
          <p:nvPr>
            <p:ph idx="1"/>
          </p:nvPr>
        </p:nvSpPr>
        <p:spPr/>
        <p:txBody>
          <a:bodyPr/>
          <a:lstStyle/>
          <a:p>
            <a:r>
              <a:rPr kumimoji="1" lang="ja-JP" altLang="en-US" dirty="0" smtClean="0"/>
              <a:t>光を遮断させた場合のセンサの値</a:t>
            </a:r>
            <a:endParaRPr kumimoji="1" lang="en-US" altLang="ja-JP" dirty="0" smtClean="0"/>
          </a:p>
          <a:p>
            <a:endParaRPr kumimoji="1" lang="ja-JP" altLang="en-US" dirty="0"/>
          </a:p>
        </p:txBody>
      </p:sp>
      <p:pic>
        <p:nvPicPr>
          <p:cNvPr id="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852936"/>
            <a:ext cx="4612165" cy="3914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6824720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err="1" smtClean="0"/>
              <a:t>Arduino</a:t>
            </a:r>
            <a:r>
              <a:rPr kumimoji="1" lang="ja-JP" altLang="en-US" dirty="0" err="1" smtClean="0"/>
              <a:t>での</a:t>
            </a:r>
            <a:r>
              <a:rPr kumimoji="1" lang="ja-JP" altLang="en-US" dirty="0" smtClean="0"/>
              <a:t>実験</a:t>
            </a:r>
            <a:endParaRPr kumimoji="1" lang="ja-JP" altLang="en-US" dirty="0"/>
          </a:p>
        </p:txBody>
      </p:sp>
      <p:sp>
        <p:nvSpPr>
          <p:cNvPr id="3" name="コンテンツ プレースホルダー 2"/>
          <p:cNvSpPr>
            <a:spLocks noGrp="1"/>
          </p:cNvSpPr>
          <p:nvPr>
            <p:ph idx="1"/>
          </p:nvPr>
        </p:nvSpPr>
        <p:spPr/>
        <p:txBody>
          <a:bodyPr/>
          <a:lstStyle/>
          <a:p>
            <a:r>
              <a:rPr lang="ja-JP" altLang="en-US" dirty="0"/>
              <a:t>光</a:t>
            </a:r>
            <a:r>
              <a:rPr lang="ja-JP" altLang="en-US" dirty="0" smtClean="0"/>
              <a:t>を</a:t>
            </a:r>
            <a:r>
              <a:rPr lang="ja-JP" altLang="en-US" dirty="0"/>
              <a:t>当てた</a:t>
            </a:r>
            <a:r>
              <a:rPr lang="ja-JP" altLang="en-US" dirty="0" smtClean="0"/>
              <a:t>場合</a:t>
            </a:r>
            <a:r>
              <a:rPr lang="ja-JP" altLang="en-US" dirty="0"/>
              <a:t>のセンサの</a:t>
            </a:r>
            <a:r>
              <a:rPr lang="ja-JP" altLang="en-US" dirty="0" smtClean="0"/>
              <a:t>値</a:t>
            </a:r>
            <a:endParaRPr lang="en-US" altLang="ja-JP" dirty="0" smtClean="0"/>
          </a:p>
          <a:p>
            <a:endParaRPr lang="en-US" altLang="ja-JP" dirty="0"/>
          </a:p>
          <a:p>
            <a:endParaRPr kumimoji="1" lang="ja-JP" altLang="en-US" dirty="0"/>
          </a:p>
        </p:txBody>
      </p:sp>
      <p:pic>
        <p:nvPicPr>
          <p:cNvPr id="4" name="図 3"/>
          <p:cNvPicPr/>
          <p:nvPr/>
        </p:nvPicPr>
        <p:blipFill>
          <a:blip r:embed="rId3">
            <a:extLst>
              <a:ext uri="{28A0092B-C50C-407E-A947-70E740481C1C}">
                <a14:useLocalDpi xmlns:a14="http://schemas.microsoft.com/office/drawing/2010/main" val="0"/>
              </a:ext>
            </a:extLst>
          </a:blip>
          <a:stretch>
            <a:fillRect/>
          </a:stretch>
        </p:blipFill>
        <p:spPr>
          <a:xfrm>
            <a:off x="2051720" y="2833966"/>
            <a:ext cx="4464496" cy="3994398"/>
          </a:xfrm>
          <a:prstGeom prst="rect">
            <a:avLst/>
          </a:prstGeom>
        </p:spPr>
      </p:pic>
    </p:spTree>
    <p:extLst>
      <p:ext uri="{BB962C8B-B14F-4D97-AF65-F5344CB8AC3E}">
        <p14:creationId xmlns:p14="http://schemas.microsoft.com/office/powerpoint/2010/main" val="150962703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音のシミュレーション</a:t>
            </a:r>
            <a:endParaRPr kumimoji="1" lang="ja-JP" altLang="en-US" dirty="0"/>
          </a:p>
        </p:txBody>
      </p:sp>
      <p:graphicFrame>
        <p:nvGraphicFramePr>
          <p:cNvPr id="4" name="コンテンツ プレースホルダー 3"/>
          <p:cNvGraphicFramePr>
            <a:graphicFrameLocks noGrp="1"/>
          </p:cNvGraphicFramePr>
          <p:nvPr>
            <p:ph idx="1"/>
          </p:nvPr>
        </p:nvGraphicFramePr>
        <p:xfrm>
          <a:off x="457200" y="2249488"/>
          <a:ext cx="8229600" cy="43243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46134645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音のシミュレーション</a:t>
            </a:r>
            <a:endParaRPr kumimoji="1" lang="ja-JP" altLang="en-US" dirty="0"/>
          </a:p>
        </p:txBody>
      </p:sp>
      <p:graphicFrame>
        <p:nvGraphicFramePr>
          <p:cNvPr id="6" name="コンテンツ プレースホルダー 5"/>
          <p:cNvGraphicFramePr>
            <a:graphicFrameLocks noGrp="1"/>
          </p:cNvGraphicFramePr>
          <p:nvPr>
            <p:ph idx="1"/>
          </p:nvPr>
        </p:nvGraphicFramePr>
        <p:xfrm>
          <a:off x="457200" y="2249488"/>
          <a:ext cx="8229600" cy="43243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61906141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音のシミュレーション</a:t>
            </a:r>
            <a:endParaRPr kumimoji="1" lang="ja-JP" altLang="en-US" dirty="0"/>
          </a:p>
        </p:txBody>
      </p:sp>
      <p:graphicFrame>
        <p:nvGraphicFramePr>
          <p:cNvPr id="7" name="コンテンツ プレースホルダー 6"/>
          <p:cNvGraphicFramePr>
            <a:graphicFrameLocks noGrp="1"/>
          </p:cNvGraphicFramePr>
          <p:nvPr>
            <p:ph idx="1"/>
          </p:nvPr>
        </p:nvGraphicFramePr>
        <p:xfrm>
          <a:off x="457200" y="2249488"/>
          <a:ext cx="8229600" cy="43243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2783032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音のシミュレーション</a:t>
            </a:r>
            <a:endParaRPr kumimoji="1" lang="ja-JP" altLang="en-US" dirty="0"/>
          </a:p>
        </p:txBody>
      </p:sp>
      <p:graphicFrame>
        <p:nvGraphicFramePr>
          <p:cNvPr id="5" name="コンテンツ プレースホルダー 4"/>
          <p:cNvGraphicFramePr>
            <a:graphicFrameLocks noGrp="1"/>
          </p:cNvGraphicFramePr>
          <p:nvPr>
            <p:ph idx="1"/>
          </p:nvPr>
        </p:nvGraphicFramePr>
        <p:xfrm>
          <a:off x="457200" y="2249488"/>
          <a:ext cx="8229600" cy="43243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97492635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役割分担</a:t>
            </a:r>
            <a:endParaRPr kumimoji="1" lang="ja-JP" altLang="en-US" dirty="0"/>
          </a:p>
        </p:txBody>
      </p:sp>
      <p:sp>
        <p:nvSpPr>
          <p:cNvPr id="3" name="コンテンツ プレースホルダー 2"/>
          <p:cNvSpPr>
            <a:spLocks noGrp="1"/>
          </p:cNvSpPr>
          <p:nvPr>
            <p:ph idx="1"/>
          </p:nvPr>
        </p:nvSpPr>
        <p:spPr/>
        <p:txBody>
          <a:bodyPr/>
          <a:lstStyle/>
          <a:p>
            <a:r>
              <a:rPr kumimoji="1" lang="ja-JP" altLang="en-US" dirty="0" smtClean="0"/>
              <a:t>東山：</a:t>
            </a:r>
            <a:r>
              <a:rPr kumimoji="1" lang="en-US" altLang="ja-JP" dirty="0" err="1" smtClean="0"/>
              <a:t>Arduino</a:t>
            </a:r>
            <a:r>
              <a:rPr kumimoji="1" lang="ja-JP" altLang="en-US" dirty="0" smtClean="0"/>
              <a:t>でプログラムを組む、</a:t>
            </a:r>
            <a:endParaRPr kumimoji="1" lang="en-US" altLang="ja-JP" dirty="0" smtClean="0"/>
          </a:p>
          <a:p>
            <a:pPr marL="109728" indent="0">
              <a:buNone/>
            </a:pPr>
            <a:r>
              <a:rPr lang="ja-JP" altLang="en-US" dirty="0" smtClean="0"/>
              <a:t>　　　　ハードウェアの組み立てをする</a:t>
            </a:r>
            <a:endParaRPr lang="en-US" altLang="ja-JP" dirty="0" smtClean="0"/>
          </a:p>
          <a:p>
            <a:pPr marL="109728" indent="0">
              <a:buNone/>
            </a:pPr>
            <a:endParaRPr lang="en-US" altLang="ja-JP" dirty="0" smtClean="0"/>
          </a:p>
          <a:p>
            <a:pPr marL="109728" indent="0">
              <a:buNone/>
            </a:pPr>
            <a:endParaRPr lang="en-US" altLang="ja-JP" dirty="0"/>
          </a:p>
          <a:p>
            <a:r>
              <a:rPr lang="ja-JP" altLang="en-US" dirty="0" smtClean="0"/>
              <a:t>上山：</a:t>
            </a:r>
            <a:r>
              <a:rPr lang="en-US" altLang="ja-JP" dirty="0" err="1" smtClean="0"/>
              <a:t>PureData</a:t>
            </a:r>
            <a:r>
              <a:rPr lang="ja-JP" altLang="en-US" dirty="0" smtClean="0"/>
              <a:t>でプログラムを組む、</a:t>
            </a:r>
            <a:endParaRPr lang="en-US" altLang="ja-JP" dirty="0" smtClean="0"/>
          </a:p>
          <a:p>
            <a:pPr marL="109728" indent="0">
              <a:buNone/>
            </a:pPr>
            <a:r>
              <a:rPr lang="ja-JP" altLang="en-US" dirty="0" smtClean="0"/>
              <a:t>　　　　ハードウェアの組み立てをする</a:t>
            </a:r>
            <a:endParaRPr lang="en-US" altLang="ja-JP" dirty="0" smtClean="0"/>
          </a:p>
        </p:txBody>
      </p:sp>
    </p:spTree>
    <p:extLst>
      <p:ext uri="{BB962C8B-B14F-4D97-AF65-F5344CB8AC3E}">
        <p14:creationId xmlns:p14="http://schemas.microsoft.com/office/powerpoint/2010/main" val="37724223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今後の作業計画</a:t>
            </a:r>
            <a:endParaRPr kumimoji="1" lang="ja-JP" altLang="en-US" dirty="0"/>
          </a:p>
        </p:txBody>
      </p:sp>
      <p:sp>
        <p:nvSpPr>
          <p:cNvPr id="3" name="コンテンツ プレースホルダー 2"/>
          <p:cNvSpPr>
            <a:spLocks noGrp="1"/>
          </p:cNvSpPr>
          <p:nvPr>
            <p:ph idx="1"/>
          </p:nvPr>
        </p:nvSpPr>
        <p:spPr/>
        <p:txBody>
          <a:bodyPr/>
          <a:lstStyle/>
          <a:p>
            <a:r>
              <a:rPr kumimoji="1" lang="ja-JP" altLang="en-US" dirty="0" smtClean="0"/>
              <a:t>ハードウェア</a:t>
            </a:r>
            <a:endParaRPr kumimoji="1" lang="en-US" altLang="ja-JP" dirty="0" smtClean="0"/>
          </a:p>
          <a:p>
            <a:pPr lvl="1"/>
            <a:r>
              <a:rPr lang="ja-JP" altLang="en-US" dirty="0"/>
              <a:t>バニラシールド</a:t>
            </a:r>
            <a:r>
              <a:rPr lang="ja-JP" altLang="en-US" dirty="0" smtClean="0"/>
              <a:t>にはんだ付けする</a:t>
            </a:r>
            <a:endParaRPr lang="en-US" altLang="ja-JP" dirty="0" smtClean="0"/>
          </a:p>
          <a:p>
            <a:pPr lvl="1"/>
            <a:r>
              <a:rPr kumimoji="1" lang="ja-JP" altLang="en-US" dirty="0" smtClean="0"/>
              <a:t>完成形のデザイン</a:t>
            </a:r>
            <a:endParaRPr kumimoji="1" lang="en-US" altLang="ja-JP" dirty="0" smtClean="0"/>
          </a:p>
          <a:p>
            <a:pPr lvl="1"/>
            <a:r>
              <a:rPr lang="ja-JP" altLang="en-US" dirty="0" smtClean="0"/>
              <a:t>部品追加発注</a:t>
            </a:r>
            <a:endParaRPr lang="en-US" altLang="ja-JP" dirty="0" smtClean="0"/>
          </a:p>
          <a:p>
            <a:pPr lvl="1"/>
            <a:endParaRPr kumimoji="1" lang="en-US" altLang="ja-JP" dirty="0" smtClean="0"/>
          </a:p>
          <a:p>
            <a:r>
              <a:rPr kumimoji="1" lang="ja-JP" altLang="en-US" dirty="0" smtClean="0"/>
              <a:t>開発</a:t>
            </a:r>
            <a:endParaRPr kumimoji="1" lang="en-US" altLang="ja-JP" dirty="0" smtClean="0"/>
          </a:p>
          <a:p>
            <a:pPr lvl="1"/>
            <a:r>
              <a:rPr lang="en-US" altLang="ja-JP" dirty="0" err="1" smtClean="0"/>
              <a:t>Arduino</a:t>
            </a:r>
            <a:r>
              <a:rPr lang="ja-JP" altLang="en-US" dirty="0" smtClean="0"/>
              <a:t>と</a:t>
            </a:r>
            <a:r>
              <a:rPr lang="en-US" altLang="ja-JP" dirty="0" err="1" smtClean="0"/>
              <a:t>PureData</a:t>
            </a:r>
            <a:r>
              <a:rPr lang="ja-JP" altLang="en-US" dirty="0" smtClean="0"/>
              <a:t>を連携させる</a:t>
            </a:r>
            <a:endParaRPr lang="en-US" altLang="ja-JP" dirty="0" smtClean="0"/>
          </a:p>
          <a:p>
            <a:pPr lvl="1"/>
            <a:r>
              <a:rPr lang="ja-JP" altLang="en-US" dirty="0" smtClean="0"/>
              <a:t>音</a:t>
            </a:r>
            <a:r>
              <a:rPr lang="ja-JP" altLang="en-US" dirty="0"/>
              <a:t>や光の出力の表現</a:t>
            </a:r>
            <a:endParaRPr kumimoji="1" lang="ja-JP" altLang="en-US" dirty="0"/>
          </a:p>
        </p:txBody>
      </p:sp>
    </p:spTree>
    <p:extLst>
      <p:ext uri="{BB962C8B-B14F-4D97-AF65-F5344CB8AC3E}">
        <p14:creationId xmlns:p14="http://schemas.microsoft.com/office/powerpoint/2010/main" val="166874873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457200" y="1340768"/>
            <a:ext cx="8229600" cy="5233768"/>
          </a:xfrm>
        </p:spPr>
        <p:txBody>
          <a:bodyPr anchor="ctr">
            <a:normAutofit/>
          </a:bodyPr>
          <a:lstStyle/>
          <a:p>
            <a:pPr marL="109728" indent="0" algn="ctr">
              <a:buNone/>
            </a:pPr>
            <a:r>
              <a:rPr lang="ja-JP" altLang="en-US" sz="4400" dirty="0" smtClean="0"/>
              <a:t>ご清聴ありがとうございました。</a:t>
            </a:r>
            <a:endParaRPr kumimoji="1" lang="ja-JP" altLang="en-US" sz="4400" dirty="0"/>
          </a:p>
        </p:txBody>
      </p:sp>
    </p:spTree>
    <p:extLst>
      <p:ext uri="{BB962C8B-B14F-4D97-AF65-F5344CB8AC3E}">
        <p14:creationId xmlns:p14="http://schemas.microsoft.com/office/powerpoint/2010/main" val="185745838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アーバン">
  <a:themeElements>
    <a:clrScheme name="アーバン">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アーバン">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アーバン">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Urban</Template>
  <TotalTime>2914</TotalTime>
  <Words>1798</Words>
  <Application>Microsoft Office PowerPoint</Application>
  <PresentationFormat>画面に合わせる (4:3)</PresentationFormat>
  <Paragraphs>186</Paragraphs>
  <Slides>21</Slides>
  <Notes>21</Notes>
  <HiddenSlides>0</HiddenSlides>
  <MMClips>0</MMClips>
  <ScaleCrop>false</ScaleCrop>
  <HeadingPairs>
    <vt:vector size="4" baseType="variant">
      <vt:variant>
        <vt:lpstr>テーマ</vt:lpstr>
      </vt:variant>
      <vt:variant>
        <vt:i4>1</vt:i4>
      </vt:variant>
      <vt:variant>
        <vt:lpstr>スライド タイトル</vt:lpstr>
      </vt:variant>
      <vt:variant>
        <vt:i4>21</vt:i4>
      </vt:variant>
    </vt:vector>
  </HeadingPairs>
  <TitlesOfParts>
    <vt:vector size="22" baseType="lpstr">
      <vt:lpstr>アーバン</vt:lpstr>
      <vt:lpstr>15.入力デバイスに水を用いて 　 音を生成するアート作品</vt:lpstr>
      <vt:lpstr>目的</vt:lpstr>
      <vt:lpstr>研究概要</vt:lpstr>
      <vt:lpstr>研究概要</vt:lpstr>
      <vt:lpstr>完成予定図</vt:lpstr>
      <vt:lpstr>ハードウェア</vt:lpstr>
      <vt:lpstr>ハードウェア</vt:lpstr>
      <vt:lpstr>開発環境</vt:lpstr>
      <vt:lpstr>OSCとは</vt:lpstr>
      <vt:lpstr>PureDataのデモンストレーション</vt:lpstr>
      <vt:lpstr>進捗状況</vt:lpstr>
      <vt:lpstr>Arduinoでの実験</vt:lpstr>
      <vt:lpstr>Arduinoでの実験</vt:lpstr>
      <vt:lpstr>Arduinoでの実験</vt:lpstr>
      <vt:lpstr>音のシミュレーション</vt:lpstr>
      <vt:lpstr>音のシミュレーション</vt:lpstr>
      <vt:lpstr>音のシミュレーション</vt:lpstr>
      <vt:lpstr>音のシミュレーション</vt:lpstr>
      <vt:lpstr>役割分担</vt:lpstr>
      <vt:lpstr>今後の作業計画</vt:lpstr>
      <vt:lpstr>PowerPoint プレゼンテーション</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フィジカルコンピューティングを用いたメディカルアートの作成</dc:title>
  <dc:creator>h27cis04</dc:creator>
  <cp:lastModifiedBy>h27cis19</cp:lastModifiedBy>
  <cp:revision>98</cp:revision>
  <cp:lastPrinted>2016-12-22T01:10:51Z</cp:lastPrinted>
  <dcterms:created xsi:type="dcterms:W3CDTF">2016-08-25T02:44:13Z</dcterms:created>
  <dcterms:modified xsi:type="dcterms:W3CDTF">2016-12-22T01:23:37Z</dcterms:modified>
</cp:coreProperties>
</file>