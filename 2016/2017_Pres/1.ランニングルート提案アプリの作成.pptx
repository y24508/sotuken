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18"/>
  </p:notesMasterIdLst>
  <p:handoutMasterIdLst>
    <p:handoutMasterId r:id="rId19"/>
  </p:handoutMasterIdLst>
  <p:sldIdLst>
    <p:sldId id="269" r:id="rId2"/>
    <p:sldId id="256" r:id="rId3"/>
    <p:sldId id="257" r:id="rId4"/>
    <p:sldId id="262" r:id="rId5"/>
    <p:sldId id="263" r:id="rId6"/>
    <p:sldId id="264" r:id="rId7"/>
    <p:sldId id="276" r:id="rId8"/>
    <p:sldId id="266" r:id="rId9"/>
    <p:sldId id="271" r:id="rId10"/>
    <p:sldId id="267" r:id="rId11"/>
    <p:sldId id="272" r:id="rId12"/>
    <p:sldId id="277" r:id="rId13"/>
    <p:sldId id="268" r:id="rId14"/>
    <p:sldId id="273" r:id="rId15"/>
    <p:sldId id="275" r:id="rId16"/>
    <p:sldId id="270" r:id="rId17"/>
  </p:sldIdLst>
  <p:sldSz cx="9144000" cy="6858000" type="screen4x3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31" autoAdjust="0"/>
    <p:restoredTop sz="80632" autoAdjust="0"/>
  </p:normalViewPr>
  <p:slideViewPr>
    <p:cSldViewPr>
      <p:cViewPr varScale="1">
        <p:scale>
          <a:sx n="77" d="100"/>
          <a:sy n="77" d="100"/>
        </p:scale>
        <p:origin x="-166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60939C-8434-4EE7-91D0-09BE54ACF976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390B2-99EE-41E2-BEA5-A0F0F20A27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40141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04810D-DD8E-48EE-8EC8-69397809FDCA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100" y="4686300"/>
            <a:ext cx="5389563" cy="44402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B2E9FB-7557-4D9E-B4BE-A36BCB10F6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7308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B2E9FB-7557-4D9E-B4BE-A36BCB10F6F9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9472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/>
              <a:t>以前から位置情報を使った作品に興味があり、ランニングルート提案アプリの作成をテーマに決めました。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目的は、</a:t>
            </a:r>
            <a:r>
              <a:rPr kumimoji="1" lang="en-US" altLang="ja-JP" dirty="0" smtClean="0"/>
              <a:t>HTML</a:t>
            </a:r>
            <a:r>
              <a:rPr kumimoji="1" lang="ja-JP" altLang="en-US" dirty="0" smtClean="0"/>
              <a:t>５を使い、</a:t>
            </a:r>
            <a:r>
              <a:rPr kumimoji="1" lang="en-US" altLang="ja-JP" dirty="0" smtClean="0"/>
              <a:t>iOS/Android</a:t>
            </a:r>
            <a:r>
              <a:rPr kumimoji="1" lang="ja-JP" altLang="en-US" dirty="0" smtClean="0"/>
              <a:t>の両方で動作するランニングルート提案アプリを作成することとします。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B2E9FB-7557-4D9E-B4BE-A36BCB10F6F9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5488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/>
              <a:t>開発環境はご覧のとおりです。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B2E9FB-7557-4D9E-B4BE-A36BCB10F6F9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2108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Monaca</a:t>
            </a:r>
            <a:r>
              <a:rPr kumimoji="1" lang="ja-JP" altLang="en-US" dirty="0" smtClean="0"/>
              <a:t>クラウドについて説明します。</a:t>
            </a:r>
            <a:endParaRPr kumimoji="1" lang="en-US" altLang="ja-JP" dirty="0" smtClean="0"/>
          </a:p>
          <a:p>
            <a:r>
              <a:rPr kumimoji="1" lang="en-US" altLang="ja-JP" dirty="0" smtClean="0"/>
              <a:t>Monaca</a:t>
            </a:r>
            <a:r>
              <a:rPr kumimoji="1" lang="ja-JP" altLang="en-US" dirty="0" smtClean="0"/>
              <a:t>クラウドとはクラウド型の統合開発環境で、</a:t>
            </a:r>
            <a:r>
              <a:rPr kumimoji="1" lang="en-US" altLang="ja-JP" dirty="0" smtClean="0"/>
              <a:t>iOS/Android</a:t>
            </a:r>
            <a:r>
              <a:rPr kumimoji="1" lang="ja-JP" altLang="en-US" dirty="0" smtClean="0"/>
              <a:t>両方で動作するハイブリッドアプリを作成することができます。</a:t>
            </a:r>
            <a:endParaRPr kumimoji="1" lang="en-US" altLang="ja-JP" dirty="0" smtClean="0"/>
          </a:p>
          <a:p>
            <a:r>
              <a:rPr kumimoji="1" lang="en-US" altLang="ja-JP" dirty="0" smtClean="0"/>
              <a:t>Monaca</a:t>
            </a:r>
            <a:r>
              <a:rPr kumimoji="1" lang="ja-JP" altLang="en-US" dirty="0" smtClean="0"/>
              <a:t>デバッガーを使うと、ソースコードを保存するだけで、実機上で動作確認をすることができ、デバッグにエミュレータやアプリのビルドが必要ありません。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B2E9FB-7557-4D9E-B4BE-A36BCB10F6F9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038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/>
              <a:t>ハイブリッドアプリについて説明します。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ハイブリッドアプリは</a:t>
            </a:r>
            <a:r>
              <a:rPr kumimoji="1" lang="en-US" altLang="ja-JP" dirty="0" smtClean="0"/>
              <a:t>HTML</a:t>
            </a:r>
            <a:r>
              <a:rPr kumimoji="1" lang="ja-JP" altLang="en-US" dirty="0" err="1" smtClean="0"/>
              <a:t>，</a:t>
            </a:r>
            <a:r>
              <a:rPr kumimoji="1" lang="en-US" altLang="ja-JP" dirty="0" smtClean="0"/>
              <a:t>JavaScript</a:t>
            </a:r>
            <a:r>
              <a:rPr kumimoji="1" lang="ja-JP" altLang="en-US" dirty="0" err="1" smtClean="0"/>
              <a:t>，</a:t>
            </a:r>
            <a:r>
              <a:rPr kumimoji="1" lang="ja-JP" altLang="en-US" dirty="0" smtClean="0"/>
              <a:t>ｃｓｓで記述し、アプリの実行にはアプリ内のブラウザで実行するため、様々な</a:t>
            </a:r>
            <a:r>
              <a:rPr kumimoji="1" lang="en-US" altLang="ja-JP" dirty="0" smtClean="0"/>
              <a:t>OS</a:t>
            </a:r>
            <a:r>
              <a:rPr kumimoji="1" lang="ja-JP" altLang="en-US" dirty="0" smtClean="0"/>
              <a:t>に対応することができます。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ネイティブアプリに比べて、処理速度が遅くなりがちなのがデメリットです。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B2E9FB-7557-4D9E-B4BE-A36BCB10F6F9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55200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/>
              <a:t>このアプリケーションは、検索画面、マップ画面、履歴画面の３つの画面から構成されます。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起動時は検索画面が表示され、ルートを検索するとマップ画面が表示されます。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走り終わると、記録を履歴に保存し、履歴画面を表示します。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B2E9FB-7557-4D9E-B4BE-A36BCB10F6F9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5718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/>
              <a:t>ホーム画面について説明します。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ホーム画面では各画面に切り替えるボタンを用意しました。</a:t>
            </a:r>
            <a:endParaRPr kumimoji="1" lang="en-US" altLang="ja-JP" dirty="0" smtClean="0"/>
          </a:p>
          <a:p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B2E9FB-7557-4D9E-B4BE-A36BCB10F6F9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2221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/>
              <a:t>検索画面について説明します。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検索は距離、時間、履歴のどれかから行います。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時間が入力された場合は、入力された値から距離を計算し、目的地を設定します。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下のボタンから履歴画面に切り替えできるようにします。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B2E9FB-7557-4D9E-B4BE-A36BCB10F6F9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22219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/>
              <a:t>次に検索画面の進捗について説明します。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履歴画面への切り替えボタンの作成、距離の検索を作成し、目的地を設定してマップ画面に切り替えることが終了しました。</a:t>
            </a:r>
            <a:endParaRPr kumimoji="1" lang="en-US" altLang="ja-JP" dirty="0" smtClean="0"/>
          </a:p>
          <a:p>
            <a:endParaRPr kumimoji="1" lang="en-US" altLang="ja-JP" dirty="0" smtClean="0"/>
          </a:p>
          <a:p>
            <a:r>
              <a:rPr kumimoji="1" lang="ja-JP" altLang="en-US" dirty="0" smtClean="0"/>
              <a:t>今後は、時間、履歴の検索機能を作成します。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B2E9FB-7557-4D9E-B4BE-A36BCB10F6F9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2221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/>
              <a:t>マップ画面について説明します。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この画面では検索結果を表示します。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走り始めと終わりはボタンを押します。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終了ボタンが押されたら、ランニングにかかった時間を計算し、必要な情報を履歴に保存します。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B2E9FB-7557-4D9E-B4BE-A36BCB10F6F9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1793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/>
              <a:t>次にマップ画面の進捗について説明します。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検索画面で設定したルートをマップ上に表示しました。また、検索された距離、開始時間、経過時間をマップ下に表示しました。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開始ボタン終了ボタンを作成し、開始ボタンが押されたら開始時間経過時間を表示し、</a:t>
            </a:r>
            <a:endParaRPr kumimoji="1" lang="en-US" altLang="ja-JP" dirty="0" smtClean="0"/>
          </a:p>
          <a:p>
            <a:r>
              <a:rPr kumimoji="1" lang="ja-JP" altLang="en-US" dirty="0" smtClean="0"/>
              <a:t>終了ボタンが押されたら日付、距離、時間、ルートを履歴に保存し、履歴画面に切り替えます。</a:t>
            </a:r>
            <a:endParaRPr kumimoji="1" lang="en-US" altLang="ja-JP" dirty="0" smtClean="0"/>
          </a:p>
          <a:p>
            <a:endParaRPr kumimoji="1" lang="en-US" altLang="ja-JP" dirty="0" smtClean="0"/>
          </a:p>
          <a:p>
            <a:r>
              <a:rPr kumimoji="1" lang="ja-JP" altLang="en-US" dirty="0" smtClean="0"/>
              <a:t>今後は表示するルートを周回に変更する予定です。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B2E9FB-7557-4D9E-B4BE-A36BCB10F6F9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17936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/>
              <a:t>ルートの設定について詳しく説明します。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現在は同じ道を往復するルートになっています。設定方法は、</a:t>
            </a:r>
            <a:endParaRPr kumimoji="1" lang="en-US" altLang="ja-JP" dirty="0" smtClean="0"/>
          </a:p>
          <a:p>
            <a:r>
              <a:rPr kumimoji="1" lang="ja-JP" altLang="en-US" dirty="0" smtClean="0"/>
              <a:t>現在地をスタート地点とゴール地点に設定、検索された半分の距離の地点に中継地点を設定し、ルートを設定しています。</a:t>
            </a:r>
            <a:endParaRPr kumimoji="1" lang="en-US" altLang="ja-JP" dirty="0" smtClean="0"/>
          </a:p>
          <a:p>
            <a:endParaRPr kumimoji="1" lang="en-US" altLang="ja-JP" dirty="0" smtClean="0"/>
          </a:p>
          <a:p>
            <a:r>
              <a:rPr kumimoji="1" lang="ja-JP" altLang="en-US" dirty="0" smtClean="0"/>
              <a:t>今後は、周回するルートにする予定です。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現在地をスタート地点とゴール地点に設定、中継地点を複数個設定し、周回するルートに変更する予定です。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B2E9FB-7557-4D9E-B4BE-A36BCB10F6F9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17936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/>
              <a:t>履歴画面について説明します。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この画面では履歴を表示します。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履歴の距離と時間から、走る速さを計算保存します。走る速さは検索の時間検索に利用します。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下のボタンから検索画面に切り替えできるようにします。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B2E9FB-7557-4D9E-B4BE-A36BCB10F6F9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84164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/>
              <a:t>次に履歴画面の進捗について説明します。</a:t>
            </a:r>
            <a:endParaRPr kumimoji="1" lang="en-US" altLang="ja-JP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 smtClean="0"/>
              <a:t>検索画面への切り替えボタンを作成しました。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また、保存された履歴を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件まで表示し、ルートを見れるように、履歴用のマップを用意しました。</a:t>
            </a:r>
            <a:endParaRPr kumimoji="1" lang="en-US" altLang="ja-JP" dirty="0" smtClean="0"/>
          </a:p>
          <a:p>
            <a:endParaRPr kumimoji="1" lang="en-US" altLang="ja-JP" dirty="0" smtClean="0"/>
          </a:p>
          <a:p>
            <a:r>
              <a:rPr kumimoji="1" lang="ja-JP" altLang="en-US" dirty="0" smtClean="0"/>
              <a:t>今後は履歴を複数件保存、表示できるように変更します。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B2E9FB-7557-4D9E-B4BE-A36BCB10F6F9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84164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/>
              <a:t>全体の今後の予定について説明します。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各画面の機能を完成させ、見やすい画面にするために</a:t>
            </a:r>
            <a:r>
              <a:rPr kumimoji="1" lang="en-US" altLang="ja-JP" dirty="0" smtClean="0"/>
              <a:t>css</a:t>
            </a:r>
            <a:r>
              <a:rPr kumimoji="1" lang="ja-JP" altLang="en-US" dirty="0" smtClean="0"/>
              <a:t>を変更します。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また、卒業研究発表用の予稿の作成、卒業論文作成します。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B2E9FB-7557-4D9E-B4BE-A36BCB10F6F9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21080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B2E9FB-7557-4D9E-B4BE-A36BCB10F6F9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2971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3706D-7D04-4C7B-A0A4-C6D60DA55EC7}" type="datetime1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57B2-511A-4E0A-A967-615130E9852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E2A51-0691-4F9C-9B86-BA59C816E112}" type="datetime1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57B2-511A-4E0A-A967-615130E985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C6F4-6D77-49D8-8C76-664AD39FFE7F}" type="datetime1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57B2-511A-4E0A-A967-615130E9852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7E019-99E5-453C-9C89-CE4E6DD1361A}" type="datetime1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57B2-511A-4E0A-A967-615130E985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F5E38-C193-4C7C-88A0-83C0726087AA}" type="datetime1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57B2-511A-4E0A-A967-615130E9852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7F246-604E-4601-957F-238A763A5EC2}" type="datetime1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57B2-511A-4E0A-A967-615130E985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8DFAE-83EF-4244-93D7-74A29A585220}" type="datetime1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57B2-511A-4E0A-A967-615130E985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E04B-C641-48F1-9CDB-FA5462C089E9}" type="datetime1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57B2-511A-4E0A-A967-615130E9852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smtClean="0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0A8E-365F-463B-A077-2B36B896BA5A}" type="datetime1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57B2-511A-4E0A-A967-615130E985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61E64-CB9E-45D8-8F0C-3B36809F27E3}" type="datetime1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57B2-511A-4E0A-A967-615130E985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75AF1-FAC6-428F-8C02-C226FD9CA95A}" type="datetime1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57B2-511A-4E0A-A967-615130E985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7CB3E47A-8097-480E-9FAB-4FCB50E91480}" type="datetime1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9E6457B2-511A-4E0A-A967-615130E985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kumimoji="1"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kumimoji="1"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395536" y="1916832"/>
            <a:ext cx="8424936" cy="1470025"/>
          </a:xfrm>
        </p:spPr>
        <p:txBody>
          <a:bodyPr>
            <a:noAutofit/>
          </a:bodyPr>
          <a:lstStyle/>
          <a:p>
            <a:r>
              <a:rPr lang="ja-JP" altLang="en-US" sz="4400" dirty="0" smtClean="0"/>
              <a:t>ランニングルート提案アプリの作成</a:t>
            </a:r>
            <a:endParaRPr kumimoji="1" lang="ja-JP" altLang="en-US" sz="4400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907704" y="3789040"/>
            <a:ext cx="6400800" cy="1752600"/>
          </a:xfrm>
        </p:spPr>
        <p:txBody>
          <a:bodyPr>
            <a:normAutofit/>
          </a:bodyPr>
          <a:lstStyle/>
          <a:p>
            <a:pPr algn="r"/>
            <a:r>
              <a:rPr lang="ja-JP" altLang="en-US" sz="3600" dirty="0" smtClean="0"/>
              <a:t>渡邉　匠</a:t>
            </a:r>
            <a:endParaRPr lang="en-US" altLang="ja-JP" sz="3600" dirty="0" smtClean="0"/>
          </a:p>
          <a:p>
            <a:pPr algn="r"/>
            <a:r>
              <a:rPr kumimoji="1" lang="ja-JP" altLang="en-US" sz="3600" dirty="0"/>
              <a:t>担当</a:t>
            </a:r>
            <a:r>
              <a:rPr kumimoji="1" lang="ja-JP" altLang="en-US" sz="3600" dirty="0" smtClean="0"/>
              <a:t>教員　飯坂　ちひろ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512752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目的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872808" cy="1752600"/>
          </a:xfrm>
        </p:spPr>
        <p:txBody>
          <a:bodyPr>
            <a:noAutofit/>
          </a:bodyPr>
          <a:lstStyle/>
          <a:p>
            <a:r>
              <a:rPr lang="en-US" altLang="ja-JP" sz="3600" dirty="0" smtClean="0"/>
              <a:t>iOS/Android</a:t>
            </a:r>
            <a:r>
              <a:rPr lang="ja-JP" altLang="en-US" sz="3600" dirty="0" smtClean="0"/>
              <a:t>両方で動作</a:t>
            </a:r>
            <a:endParaRPr lang="en-US" altLang="ja-JP" sz="3600" dirty="0" smtClean="0"/>
          </a:p>
          <a:p>
            <a:r>
              <a:rPr lang="ja-JP" altLang="en-US" sz="3600" dirty="0" smtClean="0"/>
              <a:t>ランニングルート提案アプリの作成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093456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開発環境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872808" cy="1752600"/>
          </a:xfrm>
        </p:spPr>
        <p:txBody>
          <a:bodyPr>
            <a:noAutofit/>
          </a:bodyPr>
          <a:lstStyle/>
          <a:p>
            <a:pPr algn="l"/>
            <a:r>
              <a:rPr lang="ja-JP" altLang="en-US" sz="2800" dirty="0" smtClean="0"/>
              <a:t>・</a:t>
            </a:r>
            <a:r>
              <a:rPr lang="en-US" altLang="ja-JP" sz="2800" dirty="0" smtClean="0"/>
              <a:t>OS</a:t>
            </a:r>
            <a:r>
              <a:rPr lang="ja-JP" altLang="en-US" sz="2800" dirty="0" smtClean="0"/>
              <a:t>：</a:t>
            </a:r>
            <a:r>
              <a:rPr lang="en-US" altLang="ja-JP" sz="2800" dirty="0" smtClean="0"/>
              <a:t>widows7</a:t>
            </a:r>
          </a:p>
          <a:p>
            <a:pPr algn="l"/>
            <a:r>
              <a:rPr kumimoji="1" lang="ja-JP" altLang="en-US" sz="2800" dirty="0" smtClean="0"/>
              <a:t>・</a:t>
            </a:r>
            <a:r>
              <a:rPr lang="en-US" altLang="ja-JP" sz="2800" dirty="0" smtClean="0"/>
              <a:t>IDE</a:t>
            </a:r>
            <a:r>
              <a:rPr lang="ja-JP" altLang="en-US" sz="2800" dirty="0" smtClean="0"/>
              <a:t>：</a:t>
            </a:r>
            <a:r>
              <a:rPr lang="en-US" altLang="ja-JP" sz="2800" dirty="0" smtClean="0"/>
              <a:t>Monaca</a:t>
            </a:r>
            <a:r>
              <a:rPr lang="ja-JP" altLang="en-US" sz="2800" dirty="0" smtClean="0"/>
              <a:t>クラウド</a:t>
            </a:r>
            <a:endParaRPr lang="en-US" altLang="ja-JP" sz="2800" dirty="0" smtClean="0"/>
          </a:p>
          <a:p>
            <a:pPr algn="l"/>
            <a:r>
              <a:rPr kumimoji="1" lang="ja-JP" altLang="en-US" sz="2800" dirty="0" smtClean="0"/>
              <a:t>・使用言語：</a:t>
            </a:r>
            <a:r>
              <a:rPr kumimoji="1" lang="en-US" altLang="ja-JP" sz="2800" dirty="0" smtClean="0"/>
              <a:t>HTML5</a:t>
            </a:r>
            <a:r>
              <a:rPr kumimoji="1" lang="ja-JP" altLang="en-US" sz="2800" dirty="0" err="1" smtClean="0"/>
              <a:t>，</a:t>
            </a:r>
            <a:r>
              <a:rPr kumimoji="1" lang="en-US" altLang="ja-JP" sz="2800" dirty="0" smtClean="0"/>
              <a:t>JavaScript</a:t>
            </a:r>
            <a:r>
              <a:rPr kumimoji="1" lang="ja-JP" altLang="en-US" sz="2800" dirty="0" err="1" smtClean="0"/>
              <a:t>，</a:t>
            </a:r>
            <a:r>
              <a:rPr kumimoji="1" lang="en-US" altLang="ja-JP" sz="2800" dirty="0" smtClean="0"/>
              <a:t>css</a:t>
            </a:r>
          </a:p>
          <a:p>
            <a:pPr algn="l"/>
            <a:r>
              <a:rPr lang="ja-JP" altLang="en-US" sz="2800" dirty="0" smtClean="0"/>
              <a:t>・使用機材：</a:t>
            </a:r>
            <a:r>
              <a:rPr lang="en-US" altLang="ja-JP" sz="2800" dirty="0" smtClean="0"/>
              <a:t>iPhone6</a:t>
            </a:r>
            <a:r>
              <a:rPr lang="ja-JP" altLang="en-US" sz="2800" dirty="0" err="1" smtClean="0"/>
              <a:t>，</a:t>
            </a:r>
            <a:r>
              <a:rPr lang="en-US" altLang="ja-JP" sz="2800" dirty="0" smtClean="0"/>
              <a:t>nexus7</a:t>
            </a:r>
            <a:endParaRPr kumimoji="1" lang="en-US" altLang="ja-JP" sz="2800" dirty="0" smtClean="0"/>
          </a:p>
        </p:txBody>
      </p:sp>
    </p:spTree>
    <p:extLst>
      <p:ext uri="{BB962C8B-B14F-4D97-AF65-F5344CB8AC3E}">
        <p14:creationId xmlns:p14="http://schemas.microsoft.com/office/powerpoint/2010/main" val="3885880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smtClean="0"/>
              <a:t>M</a:t>
            </a:r>
            <a:r>
              <a:rPr kumimoji="1" lang="en-US" altLang="ja-JP" cap="none" dirty="0" smtClean="0"/>
              <a:t>onaca</a:t>
            </a:r>
            <a:r>
              <a:rPr kumimoji="1" lang="ja-JP" altLang="en-US" dirty="0" smtClean="0"/>
              <a:t>クラウドについて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l"/>
            <a:r>
              <a:rPr kumimoji="1" lang="ja-JP" altLang="en-US" sz="3600" dirty="0" smtClean="0"/>
              <a:t>・クラウド型統合開発環境</a:t>
            </a:r>
            <a:endParaRPr kumimoji="1" lang="en-US" altLang="ja-JP" sz="3600" dirty="0" smtClean="0"/>
          </a:p>
          <a:p>
            <a:pPr algn="l"/>
            <a:r>
              <a:rPr lang="ja-JP" altLang="en-US" sz="3600" dirty="0" smtClean="0"/>
              <a:t>・実機上での動作確認が楽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828991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smtClean="0"/>
              <a:t>HTML</a:t>
            </a:r>
            <a:r>
              <a:rPr kumimoji="1" lang="ja-JP" altLang="en-US" dirty="0" smtClean="0"/>
              <a:t>５ハイブリッドアプリ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7054552" cy="1752600"/>
          </a:xfrm>
        </p:spPr>
        <p:txBody>
          <a:bodyPr>
            <a:noAutofit/>
          </a:bodyPr>
          <a:lstStyle/>
          <a:p>
            <a:pPr algn="l"/>
            <a:r>
              <a:rPr kumimoji="1" lang="ja-JP" altLang="en-US" sz="3600" dirty="0" smtClean="0"/>
              <a:t>・</a:t>
            </a:r>
            <a:r>
              <a:rPr kumimoji="1" lang="en-US" altLang="ja-JP" sz="3600" dirty="0" smtClean="0"/>
              <a:t>HTML5</a:t>
            </a:r>
            <a:r>
              <a:rPr kumimoji="1" lang="ja-JP" altLang="en-US" sz="3600" dirty="0" smtClean="0"/>
              <a:t>，</a:t>
            </a:r>
            <a:r>
              <a:rPr kumimoji="1" lang="en-US" altLang="ja-JP" sz="3600" dirty="0" smtClean="0"/>
              <a:t>JavaScript</a:t>
            </a:r>
            <a:r>
              <a:rPr kumimoji="1" lang="ja-JP" altLang="en-US" sz="3600" dirty="0" smtClean="0"/>
              <a:t>，</a:t>
            </a:r>
            <a:r>
              <a:rPr kumimoji="1" lang="en-US" altLang="ja-JP" sz="3600" dirty="0" smtClean="0"/>
              <a:t>css</a:t>
            </a:r>
            <a:r>
              <a:rPr kumimoji="1" lang="ja-JP" altLang="en-US" sz="3600" dirty="0" smtClean="0"/>
              <a:t>で記述</a:t>
            </a:r>
            <a:endParaRPr kumimoji="1" lang="en-US" altLang="ja-JP" sz="3600" dirty="0" smtClean="0"/>
          </a:p>
          <a:p>
            <a:pPr algn="l"/>
            <a:r>
              <a:rPr lang="ja-JP" altLang="en-US" sz="3600" dirty="0" smtClean="0"/>
              <a:t>・さまざまな</a:t>
            </a:r>
            <a:r>
              <a:rPr lang="en-US" altLang="ja-JP" sz="3600" dirty="0" smtClean="0"/>
              <a:t>OS</a:t>
            </a:r>
            <a:r>
              <a:rPr lang="ja-JP" altLang="en-US" sz="3600" dirty="0" smtClean="0"/>
              <a:t>に対応可能</a:t>
            </a:r>
            <a:endParaRPr lang="en-US" altLang="ja-JP" sz="3600" dirty="0" smtClean="0"/>
          </a:p>
          <a:p>
            <a:pPr algn="l"/>
            <a:r>
              <a:rPr kumimoji="1" lang="ja-JP" altLang="en-US" sz="3600" dirty="0" smtClean="0"/>
              <a:t>・アプリ内のブラウザで実行</a:t>
            </a:r>
            <a:endParaRPr kumimoji="1" lang="en-US" altLang="ja-JP" sz="3600" dirty="0" smtClean="0"/>
          </a:p>
        </p:txBody>
      </p:sp>
    </p:spTree>
    <p:extLst>
      <p:ext uri="{BB962C8B-B14F-4D97-AF65-F5344CB8AC3E}">
        <p14:creationId xmlns:p14="http://schemas.microsoft.com/office/powerpoint/2010/main" val="4194511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システムの流れ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l"/>
            <a:r>
              <a:rPr lang="ja-JP" altLang="en-US" sz="3600" dirty="0" smtClean="0"/>
              <a:t>・４つの画面から構成</a:t>
            </a:r>
            <a:endParaRPr lang="en-US" altLang="ja-JP" sz="3600" dirty="0" smtClean="0"/>
          </a:p>
          <a:p>
            <a:pPr algn="l"/>
            <a:r>
              <a:rPr lang="ja-JP" altLang="en-US" sz="3600" dirty="0" smtClean="0"/>
              <a:t>・検索した結果をマップに表示</a:t>
            </a:r>
            <a:endParaRPr lang="en-US" altLang="ja-JP" sz="3600" dirty="0" smtClean="0"/>
          </a:p>
          <a:p>
            <a:pPr algn="l"/>
            <a:r>
              <a:rPr kumimoji="1" lang="ja-JP" altLang="en-US" sz="3600" dirty="0" smtClean="0"/>
              <a:t>・</a:t>
            </a:r>
            <a:r>
              <a:rPr lang="ja-JP" altLang="en-US" sz="3600" dirty="0"/>
              <a:t>走った記録を履歴に</a:t>
            </a:r>
            <a:r>
              <a:rPr lang="ja-JP" altLang="en-US" sz="3600" dirty="0" smtClean="0"/>
              <a:t>保存</a:t>
            </a:r>
            <a:endParaRPr lang="ja-JP" altLang="en-US" sz="36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57B2-511A-4E0A-A967-615130E9852B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5" name="タイトル 1"/>
          <p:cNvSpPr txBox="1">
            <a:spLocks/>
          </p:cNvSpPr>
          <p:nvPr/>
        </p:nvSpPr>
        <p:spPr>
          <a:xfrm>
            <a:off x="842893" y="620688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 smtClean="0"/>
              <a:t>研究概要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75707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/>
          <p:cNvSpPr txBox="1">
            <a:spLocks/>
          </p:cNvSpPr>
          <p:nvPr/>
        </p:nvSpPr>
        <p:spPr>
          <a:xfrm>
            <a:off x="669016" y="548680"/>
            <a:ext cx="7772400" cy="14700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 smtClean="0"/>
              <a:t>ホーム画面</a:t>
            </a:r>
            <a:endParaRPr lang="ja-JP" altLang="en-US" dirty="0"/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412776"/>
            <a:ext cx="3098459" cy="49605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テキスト ボックス 3"/>
          <p:cNvSpPr txBox="1"/>
          <p:nvPr/>
        </p:nvSpPr>
        <p:spPr>
          <a:xfrm>
            <a:off x="3635896" y="1757095"/>
            <a:ext cx="5184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・各画面への切り替えボタン</a:t>
            </a:r>
            <a:endParaRPr kumimoji="1" lang="ja-JP" alt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6259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/>
          <p:cNvSpPr txBox="1">
            <a:spLocks/>
          </p:cNvSpPr>
          <p:nvPr/>
        </p:nvSpPr>
        <p:spPr>
          <a:xfrm>
            <a:off x="669016" y="548680"/>
            <a:ext cx="7772400" cy="14700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 smtClean="0"/>
              <a:t>検索</a:t>
            </a:r>
            <a:r>
              <a:rPr lang="ja-JP" altLang="en-US" dirty="0"/>
              <a:t>画面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131840" y="1916832"/>
            <a:ext cx="53095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・距離の入力</a:t>
            </a:r>
            <a:endParaRPr lang="en-US" altLang="ja-JP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・</a:t>
            </a:r>
            <a:r>
              <a:rPr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時間の入力　　いずれ</a:t>
            </a:r>
            <a:r>
              <a:rPr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かを</a:t>
            </a:r>
            <a:r>
              <a:rPr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行う</a:t>
            </a:r>
            <a:endParaRPr lang="en-US" altLang="ja-JP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・</a:t>
            </a:r>
            <a:r>
              <a:rPr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履歴の選択</a:t>
            </a:r>
            <a:endParaRPr lang="en-US" altLang="ja-JP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ja-JP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kumimoji="1"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・時間の入力　　　距離を計算する</a:t>
            </a:r>
            <a:endParaRPr kumimoji="1" lang="en-US" altLang="ja-JP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kumimoji="1" lang="en-US" altLang="ja-JP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・コースを</a:t>
            </a:r>
            <a:r>
              <a:rPr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設定</a:t>
            </a:r>
            <a:endParaRPr lang="en-US" altLang="ja-JP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ja-JP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kumimoji="1"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・履歴画面に切り替え可能</a:t>
            </a:r>
            <a:endParaRPr kumimoji="1" lang="ja-JP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" name="右中かっこ 4"/>
          <p:cNvSpPr/>
          <p:nvPr/>
        </p:nvSpPr>
        <p:spPr>
          <a:xfrm>
            <a:off x="5220072" y="2018705"/>
            <a:ext cx="288032" cy="1194271"/>
          </a:xfrm>
          <a:prstGeom prst="rightBrac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矢印コネクタ 6"/>
          <p:cNvCxnSpPr/>
          <p:nvPr/>
        </p:nvCxnSpPr>
        <p:spPr>
          <a:xfrm>
            <a:off x="5288571" y="3901991"/>
            <a:ext cx="5665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図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471017"/>
            <a:ext cx="2736304" cy="485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060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/>
          <p:cNvSpPr txBox="1">
            <a:spLocks/>
          </p:cNvSpPr>
          <p:nvPr/>
        </p:nvSpPr>
        <p:spPr>
          <a:xfrm>
            <a:off x="669016" y="548680"/>
            <a:ext cx="7772400" cy="14700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 smtClean="0"/>
              <a:t>検索</a:t>
            </a:r>
            <a:r>
              <a:rPr lang="ja-JP" altLang="en-US" dirty="0"/>
              <a:t>画面</a:t>
            </a: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3347864" y="1471016"/>
            <a:ext cx="568863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chemeClr val="tx2"/>
                </a:solidFill>
              </a:rPr>
              <a:t>進捗</a:t>
            </a:r>
            <a:r>
              <a:rPr lang="ja-JP" altLang="en-US" sz="4000" dirty="0" smtClean="0">
                <a:solidFill>
                  <a:schemeClr val="tx2"/>
                </a:solidFill>
              </a:rPr>
              <a:t>状況</a:t>
            </a:r>
            <a:endParaRPr lang="en-US" altLang="ja-JP" sz="4000" dirty="0" smtClean="0">
              <a:solidFill>
                <a:schemeClr val="tx2"/>
              </a:solidFill>
            </a:endParaRPr>
          </a:p>
          <a:p>
            <a:r>
              <a:rPr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・履歴画面に</a:t>
            </a:r>
            <a:r>
              <a:rPr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切り替え</a:t>
            </a:r>
            <a:endParaRPr lang="en-US" altLang="ja-JP" sz="2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・</a:t>
            </a:r>
            <a:r>
              <a:rPr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距離の</a:t>
            </a:r>
            <a:r>
              <a:rPr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検索</a:t>
            </a:r>
            <a:endParaRPr lang="en-US" altLang="ja-JP" sz="2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・コースを</a:t>
            </a:r>
            <a:r>
              <a:rPr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設定しマップ画面を表示</a:t>
            </a:r>
            <a:endParaRPr lang="en-US" altLang="ja-JP" sz="2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kumimoji="1" lang="en-US" altLang="ja-JP" sz="2800" dirty="0"/>
          </a:p>
          <a:p>
            <a:r>
              <a:rPr lang="ja-JP" altLang="en-US" sz="4000" dirty="0">
                <a:solidFill>
                  <a:schemeClr val="tx2"/>
                </a:solidFill>
              </a:rPr>
              <a:t>今後の</a:t>
            </a:r>
            <a:r>
              <a:rPr lang="ja-JP" altLang="en-US" sz="4000" dirty="0" smtClean="0">
                <a:solidFill>
                  <a:schemeClr val="tx2"/>
                </a:solidFill>
              </a:rPr>
              <a:t>予定</a:t>
            </a:r>
            <a:endParaRPr lang="en-US" altLang="ja-JP" sz="4000" dirty="0" smtClean="0">
              <a:solidFill>
                <a:schemeClr val="tx2"/>
              </a:solidFill>
            </a:endParaRPr>
          </a:p>
          <a:p>
            <a:r>
              <a:rPr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・時間、履歴の検索</a:t>
            </a:r>
            <a:endParaRPr lang="en-US" altLang="ja-JP" sz="2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46" y="1471016"/>
            <a:ext cx="3061707" cy="49159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1690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/>
          <p:cNvSpPr txBox="1">
            <a:spLocks/>
          </p:cNvSpPr>
          <p:nvPr/>
        </p:nvSpPr>
        <p:spPr>
          <a:xfrm>
            <a:off x="669016" y="548680"/>
            <a:ext cx="7772400" cy="14700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 smtClean="0"/>
              <a:t>マップ画面</a:t>
            </a:r>
            <a:endParaRPr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124898" y="1628800"/>
            <a:ext cx="583959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・検索結果を表示</a:t>
            </a:r>
            <a:endParaRPr lang="en-US" altLang="ja-JP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ja-JP" sz="2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・距離，経過時間を表示</a:t>
            </a:r>
            <a:endParaRPr lang="en-US" altLang="ja-JP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ja-JP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kumimoji="1"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・走り始めは開始ボタンを押す</a:t>
            </a:r>
            <a:endParaRPr kumimoji="1" lang="en-US" altLang="ja-JP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kumimoji="1" lang="en-US" altLang="ja-JP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kumimoji="1"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・走り終わりは終了ボタンを押す</a:t>
            </a:r>
            <a:endParaRPr kumimoji="1" lang="en-US" altLang="ja-JP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kumimoji="1" lang="en-US" altLang="ja-JP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kumimoji="1"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・距離，時間，日付などを履歴に保存</a:t>
            </a:r>
            <a:endParaRPr kumimoji="1" lang="ja-JP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84" y="1484784"/>
            <a:ext cx="2745614" cy="485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986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/>
          <p:cNvSpPr txBox="1">
            <a:spLocks/>
          </p:cNvSpPr>
          <p:nvPr/>
        </p:nvSpPr>
        <p:spPr>
          <a:xfrm>
            <a:off x="669016" y="548680"/>
            <a:ext cx="7772400" cy="14700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 smtClean="0"/>
              <a:t>マップ画面</a:t>
            </a:r>
            <a:endParaRPr lang="ja-JP" altLang="en-US" dirty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3347864" y="1484784"/>
            <a:ext cx="5472608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>
                <a:solidFill>
                  <a:schemeClr val="tx2"/>
                </a:solidFill>
              </a:rPr>
              <a:t>進捗状況</a:t>
            </a:r>
            <a:endParaRPr kumimoji="1" lang="en-US" altLang="ja-JP" sz="4000" dirty="0" smtClean="0">
              <a:solidFill>
                <a:schemeClr val="tx2"/>
              </a:solidFill>
            </a:endParaRPr>
          </a:p>
          <a:p>
            <a:r>
              <a:rPr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・マップ、ルートの表示</a:t>
            </a:r>
            <a:endParaRPr lang="en-US" altLang="ja-JP" sz="2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kumimoji="1"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・距離、開始時間、経過時間の表示</a:t>
            </a:r>
            <a:endParaRPr kumimoji="1" lang="en-US" altLang="ja-JP" sz="2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・開始、終了ボタン</a:t>
            </a:r>
            <a:endParaRPr lang="en-US" altLang="ja-JP" sz="2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・履歴にデータを保存</a:t>
            </a:r>
            <a:endParaRPr lang="en-US" altLang="ja-JP" sz="2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kumimoji="1" lang="en-US" altLang="ja-JP" sz="2800" dirty="0"/>
          </a:p>
          <a:p>
            <a:r>
              <a:rPr lang="ja-JP" altLang="en-US" sz="4000" dirty="0">
                <a:solidFill>
                  <a:schemeClr val="tx2"/>
                </a:solidFill>
              </a:rPr>
              <a:t>今後の</a:t>
            </a:r>
            <a:r>
              <a:rPr lang="ja-JP" altLang="en-US" sz="4000" dirty="0" smtClean="0">
                <a:solidFill>
                  <a:schemeClr val="tx2"/>
                </a:solidFill>
              </a:rPr>
              <a:t>予定</a:t>
            </a:r>
            <a:endParaRPr lang="en-US" altLang="ja-JP" sz="4000" dirty="0" smtClean="0">
              <a:solidFill>
                <a:schemeClr val="tx2"/>
              </a:solidFill>
            </a:endParaRPr>
          </a:p>
          <a:p>
            <a:r>
              <a:rPr kumimoji="1"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・コースを周回</a:t>
            </a:r>
            <a:endParaRPr kumimoji="1" lang="ja-JP" alt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46" y="1481555"/>
            <a:ext cx="3063607" cy="50131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1625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/>
          <p:cNvSpPr txBox="1">
            <a:spLocks/>
          </p:cNvSpPr>
          <p:nvPr/>
        </p:nvSpPr>
        <p:spPr>
          <a:xfrm>
            <a:off x="669016" y="548681"/>
            <a:ext cx="7772400" cy="10801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 smtClean="0"/>
              <a:t>ルート設定の説明</a:t>
            </a:r>
            <a:endParaRPr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23528" y="1484784"/>
            <a:ext cx="8496944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 smtClean="0">
                <a:solidFill>
                  <a:schemeClr val="tx2"/>
                </a:solidFill>
              </a:rPr>
              <a:t>現在　</a:t>
            </a:r>
            <a:r>
              <a:rPr lang="ja-JP" altLang="en-US" sz="3600" dirty="0" smtClean="0">
                <a:solidFill>
                  <a:schemeClr val="tx2"/>
                </a:solidFill>
              </a:rPr>
              <a:t>：　同じ道を</a:t>
            </a:r>
            <a:r>
              <a:rPr lang="ja-JP" altLang="en-US" sz="3600" dirty="0">
                <a:solidFill>
                  <a:schemeClr val="tx2"/>
                </a:solidFill>
              </a:rPr>
              <a:t>往復するルート</a:t>
            </a:r>
            <a:endParaRPr kumimoji="1" lang="en-US" altLang="ja-JP" sz="3600" dirty="0" smtClean="0">
              <a:solidFill>
                <a:schemeClr val="tx2"/>
              </a:solidFill>
            </a:endParaRPr>
          </a:p>
          <a:p>
            <a:r>
              <a:rPr kumimoji="1" lang="ja-JP" altLang="en-US" sz="2800" dirty="0" smtClean="0"/>
              <a:t>　現在地</a:t>
            </a:r>
            <a:r>
              <a:rPr kumimoji="1" lang="ja-JP" altLang="en-US" sz="2800" dirty="0" smtClean="0"/>
              <a:t>をスタート地点に設定</a:t>
            </a:r>
            <a:endParaRPr kumimoji="1" lang="en-US" altLang="ja-JP" sz="2800" dirty="0" smtClean="0"/>
          </a:p>
          <a:p>
            <a:r>
              <a:rPr kumimoji="1" lang="ja-JP" altLang="en-US" sz="2800" dirty="0" smtClean="0"/>
              <a:t>　検索</a:t>
            </a:r>
            <a:r>
              <a:rPr kumimoji="1" lang="ja-JP" altLang="en-US" sz="2800" dirty="0" smtClean="0"/>
              <a:t>された半分の距離の地点に中継地点を設定</a:t>
            </a:r>
            <a:endParaRPr kumimoji="1" lang="en-US" altLang="ja-JP" sz="2800" dirty="0" smtClean="0"/>
          </a:p>
          <a:p>
            <a:r>
              <a:rPr lang="ja-JP" altLang="en-US" sz="2800" dirty="0" smtClean="0"/>
              <a:t>　現在地</a:t>
            </a:r>
            <a:r>
              <a:rPr lang="ja-JP" altLang="en-US" sz="2800" dirty="0" smtClean="0"/>
              <a:t>をゴール地点に設定</a:t>
            </a:r>
            <a:endParaRPr lang="en-US" altLang="ja-JP" sz="2800" dirty="0" smtClean="0"/>
          </a:p>
          <a:p>
            <a:endParaRPr kumimoji="1" lang="en-US" altLang="ja-JP" sz="2800" dirty="0" smtClean="0"/>
          </a:p>
          <a:p>
            <a:r>
              <a:rPr kumimoji="1" lang="ja-JP" altLang="en-US" sz="3600" dirty="0" smtClean="0">
                <a:solidFill>
                  <a:schemeClr val="tx2"/>
                </a:solidFill>
              </a:rPr>
              <a:t>今後　：　周回するルート</a:t>
            </a:r>
            <a:endParaRPr kumimoji="1" lang="en-US" altLang="ja-JP" sz="3600" dirty="0" smtClean="0">
              <a:solidFill>
                <a:schemeClr val="tx2"/>
              </a:solidFill>
            </a:endParaRPr>
          </a:p>
          <a:p>
            <a:r>
              <a:rPr kumimoji="1" lang="ja-JP" altLang="en-US" sz="2800" dirty="0" smtClean="0"/>
              <a:t>　現在地</a:t>
            </a:r>
            <a:r>
              <a:rPr kumimoji="1" lang="ja-JP" altLang="en-US" sz="2800" dirty="0" smtClean="0"/>
              <a:t>をスタート地点に設定</a:t>
            </a:r>
            <a:endParaRPr kumimoji="1" lang="en-US" altLang="ja-JP" sz="2800" dirty="0" smtClean="0"/>
          </a:p>
          <a:p>
            <a:r>
              <a:rPr kumimoji="1" lang="ja-JP" altLang="en-US" sz="2800" dirty="0" smtClean="0"/>
              <a:t>　中継</a:t>
            </a:r>
            <a:r>
              <a:rPr kumimoji="1" lang="ja-JP" altLang="en-US" sz="2800" dirty="0" smtClean="0"/>
              <a:t>地点を複数個設定</a:t>
            </a:r>
            <a:endParaRPr kumimoji="1" lang="en-US" altLang="ja-JP" sz="2800" dirty="0" smtClean="0"/>
          </a:p>
          <a:p>
            <a:r>
              <a:rPr kumimoji="1" lang="ja-JP" altLang="en-US" sz="2800" dirty="0" smtClean="0"/>
              <a:t>　現在地</a:t>
            </a:r>
            <a:r>
              <a:rPr kumimoji="1" lang="ja-JP" altLang="en-US" sz="2800" dirty="0" smtClean="0"/>
              <a:t>をゴール地点に設定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6672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/>
          <p:cNvSpPr txBox="1">
            <a:spLocks/>
          </p:cNvSpPr>
          <p:nvPr/>
        </p:nvSpPr>
        <p:spPr>
          <a:xfrm>
            <a:off x="669016" y="548680"/>
            <a:ext cx="7772400" cy="14700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 smtClean="0"/>
              <a:t>履歴画面</a:t>
            </a:r>
            <a:endParaRPr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131840" y="1916832"/>
            <a:ext cx="518457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・履歴を表示する</a:t>
            </a:r>
            <a:endParaRPr kumimoji="1" lang="en-US" altLang="ja-JP" sz="32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ja-JP" sz="32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kumimoji="1" lang="ja-JP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・検索画面に切り替え可能</a:t>
            </a:r>
            <a:endParaRPr kumimoji="1" lang="en-US" altLang="ja-JP" sz="32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ja-JP" sz="32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kumimoji="1" lang="ja-JP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・コースの表示は別画面</a:t>
            </a:r>
            <a:endParaRPr kumimoji="1" lang="ja-JP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226" y="1484366"/>
            <a:ext cx="2745614" cy="486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986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/>
          <p:cNvSpPr txBox="1">
            <a:spLocks/>
          </p:cNvSpPr>
          <p:nvPr/>
        </p:nvSpPr>
        <p:spPr>
          <a:xfrm>
            <a:off x="669016" y="548680"/>
            <a:ext cx="7772400" cy="14700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 smtClean="0"/>
              <a:t>履歴画面</a:t>
            </a:r>
            <a:endParaRPr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347864" y="1484784"/>
            <a:ext cx="5472608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>
                <a:solidFill>
                  <a:schemeClr val="tx2"/>
                </a:solidFill>
              </a:rPr>
              <a:t>進捗状況</a:t>
            </a:r>
            <a:endParaRPr kumimoji="1" lang="en-US" altLang="ja-JP" sz="4000" dirty="0" smtClean="0">
              <a:solidFill>
                <a:schemeClr val="tx2"/>
              </a:solidFill>
            </a:endParaRPr>
          </a:p>
          <a:p>
            <a:r>
              <a:rPr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・履歴を１件まで表示</a:t>
            </a:r>
            <a:endParaRPr lang="en-US" altLang="ja-JP" sz="2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kumimoji="1"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・マップを表示する別画面の作成</a:t>
            </a:r>
            <a:endParaRPr kumimoji="1" lang="en-US" altLang="ja-JP" sz="2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・検索画面に切り替え</a:t>
            </a:r>
            <a:endParaRPr kumimoji="1" lang="en-US" altLang="ja-JP" sz="2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ja-JP" sz="2800" dirty="0"/>
          </a:p>
          <a:p>
            <a:r>
              <a:rPr kumimoji="1" lang="ja-JP" altLang="en-US" sz="4000" dirty="0" smtClean="0">
                <a:solidFill>
                  <a:schemeClr val="tx2"/>
                </a:solidFill>
              </a:rPr>
              <a:t>今後の予定</a:t>
            </a:r>
            <a:endParaRPr kumimoji="1" lang="en-US" altLang="ja-JP" sz="4000" dirty="0" smtClean="0">
              <a:solidFill>
                <a:schemeClr val="tx2"/>
              </a:solidFill>
            </a:endParaRPr>
          </a:p>
          <a:p>
            <a:r>
              <a:rPr lang="ja-JP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・履歴を複数保存、表示</a:t>
            </a:r>
            <a:endParaRPr lang="en-US" altLang="ja-JP" sz="2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kumimoji="1" lang="ja-JP" altLang="en-US" sz="2800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88" y="1337673"/>
            <a:ext cx="3096344" cy="49633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3699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今後の予定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872808" cy="2783160"/>
          </a:xfrm>
        </p:spPr>
        <p:txBody>
          <a:bodyPr>
            <a:noAutofit/>
          </a:bodyPr>
          <a:lstStyle/>
          <a:p>
            <a:pPr algn="l"/>
            <a:r>
              <a:rPr lang="ja-JP" altLang="en-US" sz="2800" dirty="0" smtClean="0"/>
              <a:t>・各画面の機能の作成</a:t>
            </a:r>
            <a:endParaRPr lang="en-US" altLang="ja-JP" sz="2800" dirty="0" smtClean="0"/>
          </a:p>
          <a:p>
            <a:pPr algn="l"/>
            <a:r>
              <a:rPr kumimoji="1" lang="ja-JP" altLang="en-US" sz="2800" dirty="0" smtClean="0"/>
              <a:t>・</a:t>
            </a:r>
            <a:r>
              <a:rPr lang="en-US" altLang="ja-JP" sz="2800" dirty="0" smtClean="0"/>
              <a:t>css</a:t>
            </a:r>
            <a:r>
              <a:rPr lang="ja-JP" altLang="en-US" sz="2800" dirty="0" smtClean="0"/>
              <a:t>の変更</a:t>
            </a:r>
            <a:endParaRPr lang="en-US" altLang="ja-JP" sz="2800" dirty="0" smtClean="0"/>
          </a:p>
          <a:p>
            <a:pPr algn="l"/>
            <a:r>
              <a:rPr kumimoji="1" lang="ja-JP" altLang="en-US" sz="2800" dirty="0" smtClean="0"/>
              <a:t>・卒業研究発表用予稿の作成</a:t>
            </a:r>
            <a:endParaRPr kumimoji="1" lang="en-US" altLang="ja-JP" sz="2800" dirty="0" smtClean="0"/>
          </a:p>
          <a:p>
            <a:pPr algn="l"/>
            <a:r>
              <a:rPr lang="ja-JP" altLang="en-US" sz="2800" dirty="0" smtClean="0"/>
              <a:t>・卒業論文作成</a:t>
            </a:r>
            <a:endParaRPr kumimoji="1" lang="en-US" altLang="ja-JP" sz="2800" dirty="0" smtClean="0"/>
          </a:p>
        </p:txBody>
      </p:sp>
    </p:spTree>
    <p:extLst>
      <p:ext uri="{BB962C8B-B14F-4D97-AF65-F5344CB8AC3E}">
        <p14:creationId xmlns:p14="http://schemas.microsoft.com/office/powerpoint/2010/main" val="1365634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39552" y="2852936"/>
            <a:ext cx="8229600" cy="990600"/>
          </a:xfrm>
        </p:spPr>
        <p:txBody>
          <a:bodyPr/>
          <a:lstStyle/>
          <a:p>
            <a:pPr algn="ctr"/>
            <a:r>
              <a:rPr kumimoji="1" lang="ja-JP" altLang="en-US" dirty="0" smtClean="0"/>
              <a:t>ご清聴ありがとうございました。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14889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クラリティ">
  <a:themeElements>
    <a:clrScheme name="クラリティ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クラシック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クラリティ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1212</TotalTime>
  <Words>1091</Words>
  <Application>Microsoft Office PowerPoint</Application>
  <PresentationFormat>画面に合わせる (4:3)</PresentationFormat>
  <Paragraphs>159</Paragraphs>
  <Slides>16</Slides>
  <Notes>16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17" baseType="lpstr">
      <vt:lpstr>クラリティ</vt:lpstr>
      <vt:lpstr>ランニングルート提案アプリの作成</vt:lpstr>
      <vt:lpstr>目的</vt:lpstr>
      <vt:lpstr>開発環境</vt:lpstr>
      <vt:lpstr>Monacaクラウドについて</vt:lpstr>
      <vt:lpstr>HTML５ハイブリッドアプリ</vt:lpstr>
      <vt:lpstr>システムの流れ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今後の予定</vt:lpstr>
      <vt:lpstr>ご清聴ありがとうございました。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１．目的</dc:title>
  <dc:creator>h27cis23</dc:creator>
  <cp:lastModifiedBy>h27cis23</cp:lastModifiedBy>
  <cp:revision>53</cp:revision>
  <cp:lastPrinted>2016-12-21T04:50:47Z</cp:lastPrinted>
  <dcterms:created xsi:type="dcterms:W3CDTF">2016-08-26T06:38:51Z</dcterms:created>
  <dcterms:modified xsi:type="dcterms:W3CDTF">2016-12-22T00:37:51Z</dcterms:modified>
</cp:coreProperties>
</file>